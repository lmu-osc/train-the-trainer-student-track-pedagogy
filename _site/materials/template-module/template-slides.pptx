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notesMaster" Target="notesMasters/notesMaster1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template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</dc:title>
  <dc:creator>Author</dc:creator>
  <cp:keywords/>
  <dcterms:created xsi:type="dcterms:W3CDTF">2025-08-13T15:16:24Z</dcterms:created>
  <dcterms:modified xsi:type="dcterms:W3CDTF">2025-08-13T15:16:24Z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13/08/2025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