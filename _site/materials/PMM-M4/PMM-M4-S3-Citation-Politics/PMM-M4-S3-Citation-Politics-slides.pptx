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Citation Politics: what is it and why should we care?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Sara Lil Middleton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M4-S3-Citation-Politics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Citation Politics: what is it and why should we care?</dc:title>
  <dc:creator>Sara Lil Middleton</dc:creator>
  <cp:keywords/>
  <dcterms:created xsi:type="dcterms:W3CDTF">2025-08-20T14:26:15Z</dcterms:created>
  <dcterms:modified xsi:type="dcterms:W3CDTF">2025-08-20T14:26:15Z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