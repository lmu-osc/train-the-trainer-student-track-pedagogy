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notesMaster" Target="notesMasters/notesMaster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4-S3-Citation-Politics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2025-08-01T14:58:37Z</dcterms:created>
  <dcterms:modified xsi:type="dcterms:W3CDTF">2025-08-01T14:58:37Z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