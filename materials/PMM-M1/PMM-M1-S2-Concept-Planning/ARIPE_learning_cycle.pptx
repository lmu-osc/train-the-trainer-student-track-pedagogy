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" y="1670063"/>
            <a:ext cx="1554480" cy="3359137"/>
          </a:xfrm>
          <a:prstGeom prst="rect">
            <a:avLst/>
          </a:prstGeom>
          <a:solidFill>
            <a:srgbClr val="0072B2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/>
              <a:t>A</a:t>
            </a:r>
            <a:endParaRPr lang="en-US" sz="2400" b="1" dirty="0"/>
          </a:p>
          <a:p>
            <a:pPr algn="ctr"/>
            <a:endParaRPr b="1" dirty="0"/>
          </a:p>
          <a:p>
            <a:pPr algn="ctr"/>
            <a:r>
              <a:rPr lang="en-US" b="1" dirty="0"/>
              <a:t>Arrive and a</a:t>
            </a:r>
            <a:r>
              <a:rPr b="1" dirty="0"/>
              <a:t>djust</a:t>
            </a:r>
            <a:r>
              <a:rPr lang="en-US" b="1" dirty="0"/>
              <a:t>, provide orientation, communicate learning goals and bigger picture, create motivation</a:t>
            </a:r>
            <a:endParaRPr b="1" dirty="0"/>
          </a:p>
        </p:txBody>
      </p:sp>
      <p:sp>
        <p:nvSpPr>
          <p:cNvPr id="4" name="Rectangle 3"/>
          <p:cNvSpPr/>
          <p:nvPr/>
        </p:nvSpPr>
        <p:spPr>
          <a:xfrm>
            <a:off x="1965960" y="1670063"/>
            <a:ext cx="1554480" cy="3359137"/>
          </a:xfrm>
          <a:prstGeom prst="rect">
            <a:avLst/>
          </a:prstGeom>
          <a:solidFill>
            <a:srgbClr val="E69F00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/>
              <a:t>R</a:t>
            </a:r>
            <a:endParaRPr lang="en-US" sz="2400" b="1" dirty="0"/>
          </a:p>
          <a:p>
            <a:pPr algn="ctr"/>
            <a:endParaRPr lang="en-US" b="1" dirty="0"/>
          </a:p>
          <a:p>
            <a:pPr algn="ctr"/>
            <a:endParaRPr b="1" dirty="0"/>
          </a:p>
          <a:p>
            <a:pPr algn="ctr"/>
            <a:r>
              <a:rPr lang="en-US" b="1" dirty="0"/>
              <a:t>Reactivate and assess</a:t>
            </a:r>
            <a:endParaRPr b="1" dirty="0"/>
          </a:p>
          <a:p>
            <a:pPr algn="ctr"/>
            <a:r>
              <a:rPr b="1" dirty="0"/>
              <a:t>prior knowledge</a:t>
            </a:r>
            <a:r>
              <a:rPr lang="en-US" b="1" dirty="0"/>
              <a:t>, link new knowledge to existing knowledge</a:t>
            </a:r>
            <a:endParaRPr b="1" dirty="0"/>
          </a:p>
        </p:txBody>
      </p:sp>
      <p:sp>
        <p:nvSpPr>
          <p:cNvPr id="5" name="Rectangle 4"/>
          <p:cNvSpPr/>
          <p:nvPr/>
        </p:nvSpPr>
        <p:spPr>
          <a:xfrm>
            <a:off x="3794760" y="1670063"/>
            <a:ext cx="1554480" cy="335913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/>
              <a:t>I</a:t>
            </a:r>
            <a:endParaRPr lang="en-US" sz="2400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b="1" dirty="0"/>
          </a:p>
          <a:p>
            <a:pPr algn="ctr"/>
            <a:r>
              <a:rPr b="1" dirty="0"/>
              <a:t>Inform</a:t>
            </a:r>
            <a:r>
              <a:rPr lang="en-US" b="1" dirty="0"/>
              <a:t> and i</a:t>
            </a:r>
            <a:r>
              <a:rPr b="1" dirty="0"/>
              <a:t>ntroduce new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670063"/>
            <a:ext cx="1554480" cy="3359137"/>
          </a:xfrm>
          <a:prstGeom prst="rect">
            <a:avLst/>
          </a:prstGeom>
          <a:solidFill>
            <a:schemeClr val="accent5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/>
              <a:t>P</a:t>
            </a:r>
          </a:p>
          <a:p>
            <a:pPr algn="ctr"/>
            <a:r>
              <a:rPr b="1" dirty="0"/>
              <a:t>Process</a:t>
            </a:r>
            <a:r>
              <a:rPr lang="en-US" b="1" dirty="0"/>
              <a:t> information, engage in activities, discussions, questions and collaborative learning to</a:t>
            </a:r>
            <a:endParaRPr b="1" dirty="0"/>
          </a:p>
          <a:p>
            <a:pPr algn="ctr"/>
            <a:r>
              <a:rPr b="1" dirty="0"/>
              <a:t>practice knowledge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670063"/>
            <a:ext cx="1554480" cy="335913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/>
              <a:t>E</a:t>
            </a:r>
            <a:endParaRPr lang="en-US" sz="2400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b="1" dirty="0"/>
          </a:p>
          <a:p>
            <a:pPr algn="ctr"/>
            <a:r>
              <a:rPr b="1" dirty="0"/>
              <a:t>Evaluate</a:t>
            </a:r>
            <a:r>
              <a:rPr lang="en-US" b="1" dirty="0"/>
              <a:t> learning progress, assess learning goals, provide feedback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66</Words>
  <Application>Microsoft Office PowerPoint</Application>
  <PresentationFormat>Bildschirmpräsentation 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Sarah von Grebmer</dc:creator>
  <cp:keywords/>
  <dc:description>generated using python-pptx</dc:description>
  <cp:lastModifiedBy>Sarah von Grebmer</cp:lastModifiedBy>
  <cp:revision>3</cp:revision>
  <dcterms:created xsi:type="dcterms:W3CDTF">2013-01-27T09:14:16Z</dcterms:created>
  <dcterms:modified xsi:type="dcterms:W3CDTF">2026-05-21T15:50:55Z</dcterms:modified>
  <cp:category/>
</cp:coreProperties>
</file>