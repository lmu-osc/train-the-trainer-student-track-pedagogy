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an objective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get progress in return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2.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teaching.uic.edu/blooms-taxonomy-of-educational-objective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14.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lmu-osc.github.io/introduction-to-zotero/"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aligned so that learners actively construct knowledge and skills.</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organized from lower-order thinking skills (e.g., remembering and understanding to higher-order skills (analyzing, evaluating).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a:t>
            </a:r>
            <a:r>
              <a:rPr i="1"/>
              <a:t>Dolch, 1967</a:t>
            </a:r>
            <a:r>
              <a:rPr/>
              <a:t>)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a:t>
            </a:r>
            <a:r>
              <a:rPr i="1"/>
              <a:t>Casasola, 2020</a:t>
            </a:r>
            <a:r>
              <a:rPr/>
              <a:t>)</a:t>
            </a:r>
          </a:p>
          <a:p>
            <a:pPr lvl="0" indent="0" marL="0">
              <a:buNone/>
            </a:pPr>
            <a:r>
              <a:rPr/>
              <a:t>[@casasolariveraPapelDidacticaProcesos2020] [@duitDidaktik2015] [@riskulovaTheRoleofDidactics2020]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WORDCLOUD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[@fosnotConstructivismTheoryPerspectives2013]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A model of acquiring Open Access skills</a:t>
            </a:r>
          </a:p>
        </p:txBody>
      </p:sp>
      <p:sp>
        <p:nvSpPr>
          <p:cNvPr id="3" name="Content Placeholder 2"/>
          <p:cNvSpPr>
            <a:spLocks noGrp="1"/>
          </p:cNvSpPr>
          <p:nvPr>
            <p:ph idx="1"/>
          </p:nvPr>
        </p:nvSpPr>
        <p:spPr/>
        <p:txBody>
          <a:bodyPr/>
          <a:lstStyle/>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(different from open access).</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Enhancing the organization of knowledge</a:t>
            </a:r>
          </a:p>
        </p:txBody>
      </p:sp>
      <p:sp>
        <p:nvSpPr>
          <p:cNvPr id="4" name="Text Placeholder 3"/>
          <p:cNvSpPr>
            <a:spLocks noGrp="1"/>
          </p:cNvSpPr>
          <p:nvPr>
            <p:ph idx="2" sz="half" type="body"/>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R. F. (1997). Preparing instructional objectives: A critical tool in the development of effective instruction (3rd ed.). Atlanta, GA: Center for Effective Performance.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2026-08-14T10:24:28Z</dcterms:created>
  <dcterms:modified xsi:type="dcterms:W3CDTF">2026-08-14T10:24:28Z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14/08/2026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