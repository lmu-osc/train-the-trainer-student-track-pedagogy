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i="1"/>
              <a:t>Write your ideas into the workbook</a:t>
            </a:r>
            <a:r>
              <a:rPr/>
              <a:t> to keep track of your thoughts.</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 zu Wolfsthurn</dc:creator>
  <cp:keywords/>
  <dcterms:created xsi:type="dcterms:W3CDTF">2026-08-14T13:56:58Z</dcterms:created>
  <dcterms:modified xsi:type="dcterms:W3CDTF">2026-08-14T13:56:58Z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