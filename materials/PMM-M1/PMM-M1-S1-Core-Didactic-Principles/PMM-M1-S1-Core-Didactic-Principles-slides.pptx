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notesMaster" Target="notesMasters/notesMaster1.xml" /><Relationship Id="rId66" Type="http://schemas.openxmlformats.org/officeDocument/2006/relationships/viewProps" Target="viewProps.xml" /><Relationship Id="rId65" Type="http://schemas.openxmlformats.org/officeDocument/2006/relationships/presProps" Target="presProps.xml" /><Relationship Id="rId1" Type="http://schemas.openxmlformats.org/officeDocument/2006/relationships/slideMaster" Target="slideMasters/slideMaster1.xml" /><Relationship Id="rId68" Type="http://schemas.openxmlformats.org/officeDocument/2006/relationships/tableStyles" Target="tableStyles.xml" /><Relationship Id="rId6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a:t>
            </a:r>
          </a:p>
        </p:txBody>
      </p:sp>
      <p:sp>
        <p:nvSpPr>
          <p:cNvPr id="3" name="Content Placeholder 2"/>
          <p:cNvSpPr>
            <a:spLocks noGrp="1"/>
          </p:cNvSpPr>
          <p:nvPr>
            <p:ph idx="1"/>
          </p:nvPr>
        </p:nvSpPr>
        <p:spPr/>
        <p:txBody>
          <a:bodyPr/>
          <a:lstStyle/>
          <a:p>
            <a:pPr lvl="0"/>
            <a:r>
              <a:rPr/>
              <a:t>☐ check with day 1 outline google doc if all points were ccovered and if outline matches</a:t>
            </a:r>
          </a:p>
          <a:p>
            <a:pPr lvl="0"/>
            <a:r>
              <a:rPr/>
              <a:t>☐ sort out presenter notes</a:t>
            </a:r>
          </a:p>
          <a:p>
            <a:pPr lvl="0"/>
            <a:r>
              <a:rPr/>
              <a:t>☐ sort out instructor notes</a:t>
            </a:r>
          </a:p>
          <a:p>
            <a:pPr lvl="0"/>
            <a:r>
              <a:rPr/>
              <a:t>☐ sort out accessibility tips</a:t>
            </a:r>
          </a:p>
          <a:p>
            <a:pPr lvl="0"/>
            <a:r>
              <a:rPr/>
              <a:t>☐ sort out references and credit</a:t>
            </a:r>
          </a:p>
          <a:p>
            <a:pPr lvl="0"/>
            <a:r>
              <a:rPr/>
              <a:t>☐ reformat and use callout boxes? Or conditional formatting?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2026-05-15T14:39:49Z</dcterms:created>
  <dcterms:modified xsi:type="dcterms:W3CDTF">2026-05-15T14:39:49Z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