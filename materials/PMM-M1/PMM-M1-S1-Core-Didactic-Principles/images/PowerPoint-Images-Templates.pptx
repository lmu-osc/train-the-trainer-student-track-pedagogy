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108" autoAdjust="0"/>
  </p:normalViewPr>
  <p:slideViewPr>
    <p:cSldViewPr snapToGrid="0">
      <p:cViewPr varScale="1">
        <p:scale>
          <a:sx n="59" d="100"/>
          <a:sy n="59" d="100"/>
        </p:scale>
        <p:origin x="9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1F3DEA-C685-4A77-AE81-4F6AFF1A557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C0983AF1-8A2C-4041-A325-CEB420171EFA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/>
            <a:t>General objective</a:t>
          </a:r>
          <a:endParaRPr lang="en-DE" dirty="0"/>
        </a:p>
      </dgm:t>
    </dgm:pt>
    <dgm:pt modelId="{48A9D714-283C-421C-9130-1DD0EEB36309}" type="parTrans" cxnId="{5CD15951-1F00-4395-BBE2-CFA12A857131}">
      <dgm:prSet/>
      <dgm:spPr/>
      <dgm:t>
        <a:bodyPr/>
        <a:lstStyle/>
        <a:p>
          <a:endParaRPr lang="en-DE"/>
        </a:p>
      </dgm:t>
    </dgm:pt>
    <dgm:pt modelId="{4091A8C1-8CAE-4E8D-9EF3-6109A3623C12}" type="sibTrans" cxnId="{5CD15951-1F00-4395-BBE2-CFA12A857131}">
      <dgm:prSet/>
      <dgm:spPr/>
      <dgm:t>
        <a:bodyPr/>
        <a:lstStyle/>
        <a:p>
          <a:endParaRPr lang="en-DE"/>
        </a:p>
      </dgm:t>
    </dgm:pt>
    <dgm:pt modelId="{D03C700B-F345-4E9B-82BE-106E8E464B1C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Learning objective 1</a:t>
          </a:r>
          <a:endParaRPr lang="en-DE" dirty="0"/>
        </a:p>
      </dgm:t>
    </dgm:pt>
    <dgm:pt modelId="{1CF1279B-8E80-48B1-B863-77F22CA6EB5D}" type="parTrans" cxnId="{B82B4970-A39E-4838-B5FB-7219127B5DBA}">
      <dgm:prSet/>
      <dgm:spPr/>
      <dgm:t>
        <a:bodyPr/>
        <a:lstStyle/>
        <a:p>
          <a:endParaRPr lang="en-DE"/>
        </a:p>
      </dgm:t>
    </dgm:pt>
    <dgm:pt modelId="{5121D828-D6A2-48D9-9D19-BE7C85B4B69F}" type="sibTrans" cxnId="{B82B4970-A39E-4838-B5FB-7219127B5DBA}">
      <dgm:prSet/>
      <dgm:spPr/>
      <dgm:t>
        <a:bodyPr/>
        <a:lstStyle/>
        <a:p>
          <a:endParaRPr lang="en-DE"/>
        </a:p>
      </dgm:t>
    </dgm:pt>
    <dgm:pt modelId="{41C964D9-D4B1-4C9A-90ED-B81F6984F8E5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Learning objective 2</a:t>
          </a:r>
          <a:endParaRPr lang="en-DE" dirty="0"/>
        </a:p>
      </dgm:t>
    </dgm:pt>
    <dgm:pt modelId="{17502C13-E9A0-489F-A006-0253FF8F83D8}" type="parTrans" cxnId="{72FEA7D9-AEEA-4532-999C-D8BB05C50B30}">
      <dgm:prSet/>
      <dgm:spPr/>
      <dgm:t>
        <a:bodyPr/>
        <a:lstStyle/>
        <a:p>
          <a:endParaRPr lang="en-DE"/>
        </a:p>
      </dgm:t>
    </dgm:pt>
    <dgm:pt modelId="{F289AA1B-2E3D-41CF-A8A3-0F260163BA51}" type="sibTrans" cxnId="{72FEA7D9-AEEA-4532-999C-D8BB05C50B30}">
      <dgm:prSet/>
      <dgm:spPr/>
      <dgm:t>
        <a:bodyPr/>
        <a:lstStyle/>
        <a:p>
          <a:endParaRPr lang="en-DE"/>
        </a:p>
      </dgm:t>
    </dgm:pt>
    <dgm:pt modelId="{C05F4A13-7174-47E5-B1E6-647D8DDDDC05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Learning objective 1a</a:t>
          </a:r>
          <a:endParaRPr lang="en-DE" dirty="0"/>
        </a:p>
      </dgm:t>
    </dgm:pt>
    <dgm:pt modelId="{B8CE653B-D9EA-4976-938B-224E5FDA4E8C}" type="parTrans" cxnId="{EA3886BE-C81C-4CBC-A25D-67D25289A320}">
      <dgm:prSet/>
      <dgm:spPr/>
      <dgm:t>
        <a:bodyPr/>
        <a:lstStyle/>
        <a:p>
          <a:endParaRPr lang="en-DE"/>
        </a:p>
      </dgm:t>
    </dgm:pt>
    <dgm:pt modelId="{B086D951-B282-455F-8FE4-CFDF59306C33}" type="sibTrans" cxnId="{EA3886BE-C81C-4CBC-A25D-67D25289A320}">
      <dgm:prSet/>
      <dgm:spPr/>
      <dgm:t>
        <a:bodyPr/>
        <a:lstStyle/>
        <a:p>
          <a:endParaRPr lang="en-DE"/>
        </a:p>
      </dgm:t>
    </dgm:pt>
    <dgm:pt modelId="{37088A5F-0DB8-4A38-ACC1-94A0B996105B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Learning objective 1b</a:t>
          </a:r>
          <a:endParaRPr lang="en-DE" dirty="0"/>
        </a:p>
      </dgm:t>
    </dgm:pt>
    <dgm:pt modelId="{4CDF924D-2DDE-4392-A35D-44EA0EA9A5BB}" type="parTrans" cxnId="{764338CB-FF4B-4AA8-9393-FD3521EEE482}">
      <dgm:prSet/>
      <dgm:spPr/>
      <dgm:t>
        <a:bodyPr/>
        <a:lstStyle/>
        <a:p>
          <a:endParaRPr lang="en-DE"/>
        </a:p>
      </dgm:t>
    </dgm:pt>
    <dgm:pt modelId="{CA5FF425-7993-4A61-AD79-9B70E73454E0}" type="sibTrans" cxnId="{764338CB-FF4B-4AA8-9393-FD3521EEE482}">
      <dgm:prSet/>
      <dgm:spPr/>
      <dgm:t>
        <a:bodyPr/>
        <a:lstStyle/>
        <a:p>
          <a:endParaRPr lang="en-DE"/>
        </a:p>
      </dgm:t>
    </dgm:pt>
    <dgm:pt modelId="{18A1D705-4484-49E1-A4F7-452A0E4F77B8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Learning objective 2a</a:t>
          </a:r>
          <a:endParaRPr lang="en-DE" dirty="0"/>
        </a:p>
      </dgm:t>
    </dgm:pt>
    <dgm:pt modelId="{FC4C075A-A571-4E4B-B5D9-F1A9E8BC291B}" type="parTrans" cxnId="{1AC89086-3482-48C3-97B6-264CE81AF6A3}">
      <dgm:prSet/>
      <dgm:spPr/>
      <dgm:t>
        <a:bodyPr/>
        <a:lstStyle/>
        <a:p>
          <a:endParaRPr lang="en-DE"/>
        </a:p>
      </dgm:t>
    </dgm:pt>
    <dgm:pt modelId="{13777C8A-D47E-4A35-B323-60DDA8571E43}" type="sibTrans" cxnId="{1AC89086-3482-48C3-97B6-264CE81AF6A3}">
      <dgm:prSet/>
      <dgm:spPr/>
      <dgm:t>
        <a:bodyPr/>
        <a:lstStyle/>
        <a:p>
          <a:endParaRPr lang="en-DE"/>
        </a:p>
      </dgm:t>
    </dgm:pt>
    <dgm:pt modelId="{E063AE20-2E31-46B8-83D7-43068238CEE2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Learning objective 2b</a:t>
          </a:r>
          <a:endParaRPr lang="en-DE" dirty="0"/>
        </a:p>
      </dgm:t>
    </dgm:pt>
    <dgm:pt modelId="{4AFD5525-3FE6-4187-8D1E-33BB6019373F}" type="parTrans" cxnId="{B91BF6E5-DE7C-48C2-B340-861C3B109FB0}">
      <dgm:prSet/>
      <dgm:spPr/>
      <dgm:t>
        <a:bodyPr/>
        <a:lstStyle/>
        <a:p>
          <a:endParaRPr lang="en-DE"/>
        </a:p>
      </dgm:t>
    </dgm:pt>
    <dgm:pt modelId="{CB3E36DD-D96E-4DE6-92F7-BF8DCFC96F8B}" type="sibTrans" cxnId="{B91BF6E5-DE7C-48C2-B340-861C3B109FB0}">
      <dgm:prSet/>
      <dgm:spPr/>
      <dgm:t>
        <a:bodyPr/>
        <a:lstStyle/>
        <a:p>
          <a:endParaRPr lang="en-DE"/>
        </a:p>
      </dgm:t>
    </dgm:pt>
    <dgm:pt modelId="{688EDC1F-0A63-436A-8EC5-FF7C9201E294}" type="pres">
      <dgm:prSet presAssocID="{DA1F3DEA-C685-4A77-AE81-4F6AFF1A557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12C5A72-CDC0-4AC3-85D3-23CDDF86C7BA}" type="pres">
      <dgm:prSet presAssocID="{C0983AF1-8A2C-4041-A325-CEB420171EFA}" presName="hierRoot1" presStyleCnt="0">
        <dgm:presLayoutVars>
          <dgm:hierBranch val="init"/>
        </dgm:presLayoutVars>
      </dgm:prSet>
      <dgm:spPr/>
    </dgm:pt>
    <dgm:pt modelId="{BD7ACC55-3514-4848-8425-31A5B01A8F85}" type="pres">
      <dgm:prSet presAssocID="{C0983AF1-8A2C-4041-A325-CEB420171EFA}" presName="rootComposite1" presStyleCnt="0"/>
      <dgm:spPr/>
    </dgm:pt>
    <dgm:pt modelId="{7344B1ED-9145-44AF-BB04-C3BC44F4D729}" type="pres">
      <dgm:prSet presAssocID="{C0983AF1-8A2C-4041-A325-CEB420171EFA}" presName="rootText1" presStyleLbl="node0" presStyleIdx="0" presStyleCnt="1">
        <dgm:presLayoutVars>
          <dgm:chPref val="3"/>
        </dgm:presLayoutVars>
      </dgm:prSet>
      <dgm:spPr/>
    </dgm:pt>
    <dgm:pt modelId="{0C1D4FCE-8E63-4440-88F6-4AEC34A649B8}" type="pres">
      <dgm:prSet presAssocID="{C0983AF1-8A2C-4041-A325-CEB420171EFA}" presName="rootConnector1" presStyleLbl="node1" presStyleIdx="0" presStyleCnt="0"/>
      <dgm:spPr/>
    </dgm:pt>
    <dgm:pt modelId="{E6203BEA-B995-40A3-A194-92289A641265}" type="pres">
      <dgm:prSet presAssocID="{C0983AF1-8A2C-4041-A325-CEB420171EFA}" presName="hierChild2" presStyleCnt="0"/>
      <dgm:spPr/>
    </dgm:pt>
    <dgm:pt modelId="{8AA6CCC9-7DA5-4D03-980B-A514D0506C25}" type="pres">
      <dgm:prSet presAssocID="{1CF1279B-8E80-48B1-B863-77F22CA6EB5D}" presName="Name37" presStyleLbl="parChTrans1D2" presStyleIdx="0" presStyleCnt="2"/>
      <dgm:spPr/>
    </dgm:pt>
    <dgm:pt modelId="{6ED5E136-6B02-492B-9EE6-03B1065CD2D0}" type="pres">
      <dgm:prSet presAssocID="{D03C700B-F345-4E9B-82BE-106E8E464B1C}" presName="hierRoot2" presStyleCnt="0">
        <dgm:presLayoutVars>
          <dgm:hierBranch val="init"/>
        </dgm:presLayoutVars>
      </dgm:prSet>
      <dgm:spPr/>
    </dgm:pt>
    <dgm:pt modelId="{492B46AE-4E17-4D59-B697-831541653A6E}" type="pres">
      <dgm:prSet presAssocID="{D03C700B-F345-4E9B-82BE-106E8E464B1C}" presName="rootComposite" presStyleCnt="0"/>
      <dgm:spPr/>
    </dgm:pt>
    <dgm:pt modelId="{ED4578A8-9871-4369-967C-A649A0CC7412}" type="pres">
      <dgm:prSet presAssocID="{D03C700B-F345-4E9B-82BE-106E8E464B1C}" presName="rootText" presStyleLbl="node2" presStyleIdx="0" presStyleCnt="2">
        <dgm:presLayoutVars>
          <dgm:chPref val="3"/>
        </dgm:presLayoutVars>
      </dgm:prSet>
      <dgm:spPr/>
    </dgm:pt>
    <dgm:pt modelId="{260C61D4-1D09-4496-A335-A8EEB5BFF472}" type="pres">
      <dgm:prSet presAssocID="{D03C700B-F345-4E9B-82BE-106E8E464B1C}" presName="rootConnector" presStyleLbl="node2" presStyleIdx="0" presStyleCnt="2"/>
      <dgm:spPr/>
    </dgm:pt>
    <dgm:pt modelId="{19108268-5249-43E3-8695-1AEE12D94D4E}" type="pres">
      <dgm:prSet presAssocID="{D03C700B-F345-4E9B-82BE-106E8E464B1C}" presName="hierChild4" presStyleCnt="0"/>
      <dgm:spPr/>
    </dgm:pt>
    <dgm:pt modelId="{9C2B505C-7B18-436D-A4A8-9E207E31CCE6}" type="pres">
      <dgm:prSet presAssocID="{B8CE653B-D9EA-4976-938B-224E5FDA4E8C}" presName="Name37" presStyleLbl="parChTrans1D3" presStyleIdx="0" presStyleCnt="4"/>
      <dgm:spPr/>
    </dgm:pt>
    <dgm:pt modelId="{1D2600BC-58C0-45EB-BF72-FD19263751D4}" type="pres">
      <dgm:prSet presAssocID="{C05F4A13-7174-47E5-B1E6-647D8DDDDC05}" presName="hierRoot2" presStyleCnt="0">
        <dgm:presLayoutVars>
          <dgm:hierBranch val="init"/>
        </dgm:presLayoutVars>
      </dgm:prSet>
      <dgm:spPr/>
    </dgm:pt>
    <dgm:pt modelId="{DF7B9AA9-FB31-48EA-9FC4-2A17D4DAD143}" type="pres">
      <dgm:prSet presAssocID="{C05F4A13-7174-47E5-B1E6-647D8DDDDC05}" presName="rootComposite" presStyleCnt="0"/>
      <dgm:spPr/>
    </dgm:pt>
    <dgm:pt modelId="{2225B029-D4E5-4C23-9E68-7E432BE2EB2E}" type="pres">
      <dgm:prSet presAssocID="{C05F4A13-7174-47E5-B1E6-647D8DDDDC05}" presName="rootText" presStyleLbl="node3" presStyleIdx="0" presStyleCnt="4" custLinFactNeighborY="197">
        <dgm:presLayoutVars>
          <dgm:chPref val="3"/>
        </dgm:presLayoutVars>
      </dgm:prSet>
      <dgm:spPr/>
    </dgm:pt>
    <dgm:pt modelId="{F72EAC77-D471-4B7E-B199-AD88122E7F6B}" type="pres">
      <dgm:prSet presAssocID="{C05F4A13-7174-47E5-B1E6-647D8DDDDC05}" presName="rootConnector" presStyleLbl="node3" presStyleIdx="0" presStyleCnt="4"/>
      <dgm:spPr/>
    </dgm:pt>
    <dgm:pt modelId="{FA70E2D1-A1C4-4A7E-A0A1-387622AF3081}" type="pres">
      <dgm:prSet presAssocID="{C05F4A13-7174-47E5-B1E6-647D8DDDDC05}" presName="hierChild4" presStyleCnt="0"/>
      <dgm:spPr/>
    </dgm:pt>
    <dgm:pt modelId="{FA3CA51A-101A-48BE-A2CD-72577E24F39B}" type="pres">
      <dgm:prSet presAssocID="{C05F4A13-7174-47E5-B1E6-647D8DDDDC05}" presName="hierChild5" presStyleCnt="0"/>
      <dgm:spPr/>
    </dgm:pt>
    <dgm:pt modelId="{1B7C2F8C-EC35-4D7B-AC9F-25635042040E}" type="pres">
      <dgm:prSet presAssocID="{4CDF924D-2DDE-4392-A35D-44EA0EA9A5BB}" presName="Name37" presStyleLbl="parChTrans1D3" presStyleIdx="1" presStyleCnt="4"/>
      <dgm:spPr/>
    </dgm:pt>
    <dgm:pt modelId="{17BE3852-586D-4C4A-9855-7726375C00C2}" type="pres">
      <dgm:prSet presAssocID="{37088A5F-0DB8-4A38-ACC1-94A0B996105B}" presName="hierRoot2" presStyleCnt="0">
        <dgm:presLayoutVars>
          <dgm:hierBranch val="init"/>
        </dgm:presLayoutVars>
      </dgm:prSet>
      <dgm:spPr/>
    </dgm:pt>
    <dgm:pt modelId="{4F79BB99-D8C7-4F47-B768-162A166AE191}" type="pres">
      <dgm:prSet presAssocID="{37088A5F-0DB8-4A38-ACC1-94A0B996105B}" presName="rootComposite" presStyleCnt="0"/>
      <dgm:spPr/>
    </dgm:pt>
    <dgm:pt modelId="{35E417BD-50C4-418A-A51A-D6E9D51C51B7}" type="pres">
      <dgm:prSet presAssocID="{37088A5F-0DB8-4A38-ACC1-94A0B996105B}" presName="rootText" presStyleLbl="node3" presStyleIdx="1" presStyleCnt="4" custLinFactNeighborY="197">
        <dgm:presLayoutVars>
          <dgm:chPref val="3"/>
        </dgm:presLayoutVars>
      </dgm:prSet>
      <dgm:spPr/>
    </dgm:pt>
    <dgm:pt modelId="{E81EE7BA-288E-4143-8351-E7665C286B93}" type="pres">
      <dgm:prSet presAssocID="{37088A5F-0DB8-4A38-ACC1-94A0B996105B}" presName="rootConnector" presStyleLbl="node3" presStyleIdx="1" presStyleCnt="4"/>
      <dgm:spPr/>
    </dgm:pt>
    <dgm:pt modelId="{C0862511-A7B3-4BE9-AEA3-E97387688D7D}" type="pres">
      <dgm:prSet presAssocID="{37088A5F-0DB8-4A38-ACC1-94A0B996105B}" presName="hierChild4" presStyleCnt="0"/>
      <dgm:spPr/>
    </dgm:pt>
    <dgm:pt modelId="{A4E1D96E-3736-4D9D-AD8F-CAF88977218F}" type="pres">
      <dgm:prSet presAssocID="{37088A5F-0DB8-4A38-ACC1-94A0B996105B}" presName="hierChild5" presStyleCnt="0"/>
      <dgm:spPr/>
    </dgm:pt>
    <dgm:pt modelId="{14BFC1DE-3DE6-41AA-A666-6BC9BB2CF4F5}" type="pres">
      <dgm:prSet presAssocID="{D03C700B-F345-4E9B-82BE-106E8E464B1C}" presName="hierChild5" presStyleCnt="0"/>
      <dgm:spPr/>
    </dgm:pt>
    <dgm:pt modelId="{30EEF197-F271-495A-BD93-7DD81AC0AF9B}" type="pres">
      <dgm:prSet presAssocID="{17502C13-E9A0-489F-A006-0253FF8F83D8}" presName="Name37" presStyleLbl="parChTrans1D2" presStyleIdx="1" presStyleCnt="2"/>
      <dgm:spPr/>
    </dgm:pt>
    <dgm:pt modelId="{9426BA55-D971-4783-9314-B8ED8BE4522A}" type="pres">
      <dgm:prSet presAssocID="{41C964D9-D4B1-4C9A-90ED-B81F6984F8E5}" presName="hierRoot2" presStyleCnt="0">
        <dgm:presLayoutVars>
          <dgm:hierBranch val="init"/>
        </dgm:presLayoutVars>
      </dgm:prSet>
      <dgm:spPr/>
    </dgm:pt>
    <dgm:pt modelId="{CA7053EA-F9D3-4CF5-A513-2E1AECC64B6F}" type="pres">
      <dgm:prSet presAssocID="{41C964D9-D4B1-4C9A-90ED-B81F6984F8E5}" presName="rootComposite" presStyleCnt="0"/>
      <dgm:spPr/>
    </dgm:pt>
    <dgm:pt modelId="{2B6541D2-3647-403E-92F0-964CE4116F8F}" type="pres">
      <dgm:prSet presAssocID="{41C964D9-D4B1-4C9A-90ED-B81F6984F8E5}" presName="rootText" presStyleLbl="node2" presStyleIdx="1" presStyleCnt="2">
        <dgm:presLayoutVars>
          <dgm:chPref val="3"/>
        </dgm:presLayoutVars>
      </dgm:prSet>
      <dgm:spPr/>
    </dgm:pt>
    <dgm:pt modelId="{AF196F10-5D5A-4C7F-9FD5-9F2A85B2884B}" type="pres">
      <dgm:prSet presAssocID="{41C964D9-D4B1-4C9A-90ED-B81F6984F8E5}" presName="rootConnector" presStyleLbl="node2" presStyleIdx="1" presStyleCnt="2"/>
      <dgm:spPr/>
    </dgm:pt>
    <dgm:pt modelId="{5820B348-1A6B-4B73-8271-D17F05C66C47}" type="pres">
      <dgm:prSet presAssocID="{41C964D9-D4B1-4C9A-90ED-B81F6984F8E5}" presName="hierChild4" presStyleCnt="0"/>
      <dgm:spPr/>
    </dgm:pt>
    <dgm:pt modelId="{2C2843CD-DD45-4279-ADEC-FA0732813C28}" type="pres">
      <dgm:prSet presAssocID="{FC4C075A-A571-4E4B-B5D9-F1A9E8BC291B}" presName="Name37" presStyleLbl="parChTrans1D3" presStyleIdx="2" presStyleCnt="4"/>
      <dgm:spPr/>
    </dgm:pt>
    <dgm:pt modelId="{CC1DC8E8-6EA8-4306-915E-8A36195497DE}" type="pres">
      <dgm:prSet presAssocID="{18A1D705-4484-49E1-A4F7-452A0E4F77B8}" presName="hierRoot2" presStyleCnt="0">
        <dgm:presLayoutVars>
          <dgm:hierBranch val="init"/>
        </dgm:presLayoutVars>
      </dgm:prSet>
      <dgm:spPr/>
    </dgm:pt>
    <dgm:pt modelId="{E6E7D609-3F3E-4E2F-8B72-0DA70F499C70}" type="pres">
      <dgm:prSet presAssocID="{18A1D705-4484-49E1-A4F7-452A0E4F77B8}" presName="rootComposite" presStyleCnt="0"/>
      <dgm:spPr/>
    </dgm:pt>
    <dgm:pt modelId="{5D94BC3F-FA69-4242-A0BD-0F27A705B565}" type="pres">
      <dgm:prSet presAssocID="{18A1D705-4484-49E1-A4F7-452A0E4F77B8}" presName="rootText" presStyleLbl="node3" presStyleIdx="2" presStyleCnt="4" custLinFactNeighborY="197">
        <dgm:presLayoutVars>
          <dgm:chPref val="3"/>
        </dgm:presLayoutVars>
      </dgm:prSet>
      <dgm:spPr/>
    </dgm:pt>
    <dgm:pt modelId="{5B6F5EFB-86E5-4191-80EE-AC329397E5DF}" type="pres">
      <dgm:prSet presAssocID="{18A1D705-4484-49E1-A4F7-452A0E4F77B8}" presName="rootConnector" presStyleLbl="node3" presStyleIdx="2" presStyleCnt="4"/>
      <dgm:spPr/>
    </dgm:pt>
    <dgm:pt modelId="{87F5CE3D-7CDF-47A8-A39F-A624CB87405D}" type="pres">
      <dgm:prSet presAssocID="{18A1D705-4484-49E1-A4F7-452A0E4F77B8}" presName="hierChild4" presStyleCnt="0"/>
      <dgm:spPr/>
    </dgm:pt>
    <dgm:pt modelId="{C3FB8767-B152-4BAA-8E69-7FFFADD99A60}" type="pres">
      <dgm:prSet presAssocID="{18A1D705-4484-49E1-A4F7-452A0E4F77B8}" presName="hierChild5" presStyleCnt="0"/>
      <dgm:spPr/>
    </dgm:pt>
    <dgm:pt modelId="{277CFE4B-0655-4C67-80AF-8271CC4CDD35}" type="pres">
      <dgm:prSet presAssocID="{4AFD5525-3FE6-4187-8D1E-33BB6019373F}" presName="Name37" presStyleLbl="parChTrans1D3" presStyleIdx="3" presStyleCnt="4"/>
      <dgm:spPr/>
    </dgm:pt>
    <dgm:pt modelId="{03316B4F-610D-4B33-A9A3-F168A4F2E39B}" type="pres">
      <dgm:prSet presAssocID="{E063AE20-2E31-46B8-83D7-43068238CEE2}" presName="hierRoot2" presStyleCnt="0">
        <dgm:presLayoutVars>
          <dgm:hierBranch val="init"/>
        </dgm:presLayoutVars>
      </dgm:prSet>
      <dgm:spPr/>
    </dgm:pt>
    <dgm:pt modelId="{EE1A7366-683C-42DA-9B9C-FCF22729ADB6}" type="pres">
      <dgm:prSet presAssocID="{E063AE20-2E31-46B8-83D7-43068238CEE2}" presName="rootComposite" presStyleCnt="0"/>
      <dgm:spPr/>
    </dgm:pt>
    <dgm:pt modelId="{D2F9BFB7-881B-4B61-964F-4D45769304F6}" type="pres">
      <dgm:prSet presAssocID="{E063AE20-2E31-46B8-83D7-43068238CEE2}" presName="rootText" presStyleLbl="node3" presStyleIdx="3" presStyleCnt="4" custLinFactNeighborY="197">
        <dgm:presLayoutVars>
          <dgm:chPref val="3"/>
        </dgm:presLayoutVars>
      </dgm:prSet>
      <dgm:spPr/>
    </dgm:pt>
    <dgm:pt modelId="{CD6AD48B-C698-44F0-B257-E56625C7C4ED}" type="pres">
      <dgm:prSet presAssocID="{E063AE20-2E31-46B8-83D7-43068238CEE2}" presName="rootConnector" presStyleLbl="node3" presStyleIdx="3" presStyleCnt="4"/>
      <dgm:spPr/>
    </dgm:pt>
    <dgm:pt modelId="{FCCFF339-3C9E-4817-A8A4-007C392A6CD9}" type="pres">
      <dgm:prSet presAssocID="{E063AE20-2E31-46B8-83D7-43068238CEE2}" presName="hierChild4" presStyleCnt="0"/>
      <dgm:spPr/>
    </dgm:pt>
    <dgm:pt modelId="{238342B3-74B2-4CAC-8183-B2ACF905F842}" type="pres">
      <dgm:prSet presAssocID="{E063AE20-2E31-46B8-83D7-43068238CEE2}" presName="hierChild5" presStyleCnt="0"/>
      <dgm:spPr/>
    </dgm:pt>
    <dgm:pt modelId="{703B60B6-CAFA-4645-8461-75B4E710FDA7}" type="pres">
      <dgm:prSet presAssocID="{41C964D9-D4B1-4C9A-90ED-B81F6984F8E5}" presName="hierChild5" presStyleCnt="0"/>
      <dgm:spPr/>
    </dgm:pt>
    <dgm:pt modelId="{40461C2B-F450-4C1D-A967-18E668E93D77}" type="pres">
      <dgm:prSet presAssocID="{C0983AF1-8A2C-4041-A325-CEB420171EFA}" presName="hierChild3" presStyleCnt="0"/>
      <dgm:spPr/>
    </dgm:pt>
  </dgm:ptLst>
  <dgm:cxnLst>
    <dgm:cxn modelId="{2D932B03-0943-4634-9E3F-81569A9D6AC8}" type="presOf" srcId="{4AFD5525-3FE6-4187-8D1E-33BB6019373F}" destId="{277CFE4B-0655-4C67-80AF-8271CC4CDD35}" srcOrd="0" destOrd="0" presId="urn:microsoft.com/office/officeart/2005/8/layout/orgChart1"/>
    <dgm:cxn modelId="{475F9E29-D038-468E-A2B4-ED2D11CAA014}" type="presOf" srcId="{E063AE20-2E31-46B8-83D7-43068238CEE2}" destId="{CD6AD48B-C698-44F0-B257-E56625C7C4ED}" srcOrd="1" destOrd="0" presId="urn:microsoft.com/office/officeart/2005/8/layout/orgChart1"/>
    <dgm:cxn modelId="{9A40612D-87AC-4BE9-9D7B-4C1DC18C281F}" type="presOf" srcId="{C0983AF1-8A2C-4041-A325-CEB420171EFA}" destId="{7344B1ED-9145-44AF-BB04-C3BC44F4D729}" srcOrd="0" destOrd="0" presId="urn:microsoft.com/office/officeart/2005/8/layout/orgChart1"/>
    <dgm:cxn modelId="{FE53873D-A658-4E72-826C-363879FB091A}" type="presOf" srcId="{DA1F3DEA-C685-4A77-AE81-4F6AFF1A5570}" destId="{688EDC1F-0A63-436A-8EC5-FF7C9201E294}" srcOrd="0" destOrd="0" presId="urn:microsoft.com/office/officeart/2005/8/layout/orgChart1"/>
    <dgm:cxn modelId="{299DB63E-7347-4290-A981-882C01D8AAF8}" type="presOf" srcId="{B8CE653B-D9EA-4976-938B-224E5FDA4E8C}" destId="{9C2B505C-7B18-436D-A4A8-9E207E31CCE6}" srcOrd="0" destOrd="0" presId="urn:microsoft.com/office/officeart/2005/8/layout/orgChart1"/>
    <dgm:cxn modelId="{FDE03043-A66B-40B9-BE25-BB09DA16AAB8}" type="presOf" srcId="{17502C13-E9A0-489F-A006-0253FF8F83D8}" destId="{30EEF197-F271-495A-BD93-7DD81AC0AF9B}" srcOrd="0" destOrd="0" presId="urn:microsoft.com/office/officeart/2005/8/layout/orgChart1"/>
    <dgm:cxn modelId="{84A42545-1F57-4A3C-9908-591D678DB22E}" type="presOf" srcId="{E063AE20-2E31-46B8-83D7-43068238CEE2}" destId="{D2F9BFB7-881B-4B61-964F-4D45769304F6}" srcOrd="0" destOrd="0" presId="urn:microsoft.com/office/officeart/2005/8/layout/orgChart1"/>
    <dgm:cxn modelId="{A3797B67-0A73-4AB0-9B56-18964A275D5D}" type="presOf" srcId="{18A1D705-4484-49E1-A4F7-452A0E4F77B8}" destId="{5D94BC3F-FA69-4242-A0BD-0F27A705B565}" srcOrd="0" destOrd="0" presId="urn:microsoft.com/office/officeart/2005/8/layout/orgChart1"/>
    <dgm:cxn modelId="{B5D7F947-5CEC-455F-B217-7918CE53CD18}" type="presOf" srcId="{C05F4A13-7174-47E5-B1E6-647D8DDDDC05}" destId="{2225B029-D4E5-4C23-9E68-7E432BE2EB2E}" srcOrd="0" destOrd="0" presId="urn:microsoft.com/office/officeart/2005/8/layout/orgChart1"/>
    <dgm:cxn modelId="{B82B4970-A39E-4838-B5FB-7219127B5DBA}" srcId="{C0983AF1-8A2C-4041-A325-CEB420171EFA}" destId="{D03C700B-F345-4E9B-82BE-106E8E464B1C}" srcOrd="0" destOrd="0" parTransId="{1CF1279B-8E80-48B1-B863-77F22CA6EB5D}" sibTransId="{5121D828-D6A2-48D9-9D19-BE7C85B4B69F}"/>
    <dgm:cxn modelId="{5CD15951-1F00-4395-BBE2-CFA12A857131}" srcId="{DA1F3DEA-C685-4A77-AE81-4F6AFF1A5570}" destId="{C0983AF1-8A2C-4041-A325-CEB420171EFA}" srcOrd="0" destOrd="0" parTransId="{48A9D714-283C-421C-9130-1DD0EEB36309}" sibTransId="{4091A8C1-8CAE-4E8D-9EF3-6109A3623C12}"/>
    <dgm:cxn modelId="{8D04EF56-18CC-44F3-9B7C-ABEA57A24565}" type="presOf" srcId="{18A1D705-4484-49E1-A4F7-452A0E4F77B8}" destId="{5B6F5EFB-86E5-4191-80EE-AC329397E5DF}" srcOrd="1" destOrd="0" presId="urn:microsoft.com/office/officeart/2005/8/layout/orgChart1"/>
    <dgm:cxn modelId="{1AC89086-3482-48C3-97B6-264CE81AF6A3}" srcId="{41C964D9-D4B1-4C9A-90ED-B81F6984F8E5}" destId="{18A1D705-4484-49E1-A4F7-452A0E4F77B8}" srcOrd="0" destOrd="0" parTransId="{FC4C075A-A571-4E4B-B5D9-F1A9E8BC291B}" sibTransId="{13777C8A-D47E-4A35-B323-60DDA8571E43}"/>
    <dgm:cxn modelId="{39C9A493-D23E-4725-88F3-6DC3FE665EEA}" type="presOf" srcId="{37088A5F-0DB8-4A38-ACC1-94A0B996105B}" destId="{E81EE7BA-288E-4143-8351-E7665C286B93}" srcOrd="1" destOrd="0" presId="urn:microsoft.com/office/officeart/2005/8/layout/orgChart1"/>
    <dgm:cxn modelId="{944CB6A1-4E0F-401D-83EC-9C0FB85BA396}" type="presOf" srcId="{41C964D9-D4B1-4C9A-90ED-B81F6984F8E5}" destId="{2B6541D2-3647-403E-92F0-964CE4116F8F}" srcOrd="0" destOrd="0" presId="urn:microsoft.com/office/officeart/2005/8/layout/orgChart1"/>
    <dgm:cxn modelId="{D2D056BD-014F-4DE5-BB36-5CF76E39FF0F}" type="presOf" srcId="{1CF1279B-8E80-48B1-B863-77F22CA6EB5D}" destId="{8AA6CCC9-7DA5-4D03-980B-A514D0506C25}" srcOrd="0" destOrd="0" presId="urn:microsoft.com/office/officeart/2005/8/layout/orgChart1"/>
    <dgm:cxn modelId="{EA3886BE-C81C-4CBC-A25D-67D25289A320}" srcId="{D03C700B-F345-4E9B-82BE-106E8E464B1C}" destId="{C05F4A13-7174-47E5-B1E6-647D8DDDDC05}" srcOrd="0" destOrd="0" parTransId="{B8CE653B-D9EA-4976-938B-224E5FDA4E8C}" sibTransId="{B086D951-B282-455F-8FE4-CFDF59306C33}"/>
    <dgm:cxn modelId="{6AF3DBC1-C514-46B7-8E7E-229CF8B86D6C}" type="presOf" srcId="{4CDF924D-2DDE-4392-A35D-44EA0EA9A5BB}" destId="{1B7C2F8C-EC35-4D7B-AC9F-25635042040E}" srcOrd="0" destOrd="0" presId="urn:microsoft.com/office/officeart/2005/8/layout/orgChart1"/>
    <dgm:cxn modelId="{BD0B70C4-79D1-4C6D-B36A-07FE6621879E}" type="presOf" srcId="{37088A5F-0DB8-4A38-ACC1-94A0B996105B}" destId="{35E417BD-50C4-418A-A51A-D6E9D51C51B7}" srcOrd="0" destOrd="0" presId="urn:microsoft.com/office/officeart/2005/8/layout/orgChart1"/>
    <dgm:cxn modelId="{297DE6C5-0C72-4F57-A984-56E59394F0E7}" type="presOf" srcId="{D03C700B-F345-4E9B-82BE-106E8E464B1C}" destId="{ED4578A8-9871-4369-967C-A649A0CC7412}" srcOrd="0" destOrd="0" presId="urn:microsoft.com/office/officeart/2005/8/layout/orgChart1"/>
    <dgm:cxn modelId="{BABBB7C9-F429-428B-A79D-4C88358E22E1}" type="presOf" srcId="{FC4C075A-A571-4E4B-B5D9-F1A9E8BC291B}" destId="{2C2843CD-DD45-4279-ADEC-FA0732813C28}" srcOrd="0" destOrd="0" presId="urn:microsoft.com/office/officeart/2005/8/layout/orgChart1"/>
    <dgm:cxn modelId="{764338CB-FF4B-4AA8-9393-FD3521EEE482}" srcId="{D03C700B-F345-4E9B-82BE-106E8E464B1C}" destId="{37088A5F-0DB8-4A38-ACC1-94A0B996105B}" srcOrd="1" destOrd="0" parTransId="{4CDF924D-2DDE-4392-A35D-44EA0EA9A5BB}" sibTransId="{CA5FF425-7993-4A61-AD79-9B70E73454E0}"/>
    <dgm:cxn modelId="{65D64FD2-67EF-4B70-A47A-6E70A94CA27B}" type="presOf" srcId="{C0983AF1-8A2C-4041-A325-CEB420171EFA}" destId="{0C1D4FCE-8E63-4440-88F6-4AEC34A649B8}" srcOrd="1" destOrd="0" presId="urn:microsoft.com/office/officeart/2005/8/layout/orgChart1"/>
    <dgm:cxn modelId="{72FEA7D9-AEEA-4532-999C-D8BB05C50B30}" srcId="{C0983AF1-8A2C-4041-A325-CEB420171EFA}" destId="{41C964D9-D4B1-4C9A-90ED-B81F6984F8E5}" srcOrd="1" destOrd="0" parTransId="{17502C13-E9A0-489F-A006-0253FF8F83D8}" sibTransId="{F289AA1B-2E3D-41CF-A8A3-0F260163BA51}"/>
    <dgm:cxn modelId="{B91BF6E5-DE7C-48C2-B340-861C3B109FB0}" srcId="{41C964D9-D4B1-4C9A-90ED-B81F6984F8E5}" destId="{E063AE20-2E31-46B8-83D7-43068238CEE2}" srcOrd="1" destOrd="0" parTransId="{4AFD5525-3FE6-4187-8D1E-33BB6019373F}" sibTransId="{CB3E36DD-D96E-4DE6-92F7-BF8DCFC96F8B}"/>
    <dgm:cxn modelId="{843465E9-104D-465A-A29D-2853D1549D83}" type="presOf" srcId="{C05F4A13-7174-47E5-B1E6-647D8DDDDC05}" destId="{F72EAC77-D471-4B7E-B199-AD88122E7F6B}" srcOrd="1" destOrd="0" presId="urn:microsoft.com/office/officeart/2005/8/layout/orgChart1"/>
    <dgm:cxn modelId="{18FA70F7-4D15-4832-B6B6-253802A9D8E4}" type="presOf" srcId="{41C964D9-D4B1-4C9A-90ED-B81F6984F8E5}" destId="{AF196F10-5D5A-4C7F-9FD5-9F2A85B2884B}" srcOrd="1" destOrd="0" presId="urn:microsoft.com/office/officeart/2005/8/layout/orgChart1"/>
    <dgm:cxn modelId="{6294DAF7-989F-4B2C-8E28-BEE9FD29EA10}" type="presOf" srcId="{D03C700B-F345-4E9B-82BE-106E8E464B1C}" destId="{260C61D4-1D09-4496-A335-A8EEB5BFF472}" srcOrd="1" destOrd="0" presId="urn:microsoft.com/office/officeart/2005/8/layout/orgChart1"/>
    <dgm:cxn modelId="{64FD3DF6-4A44-49F2-8EE1-8750E7D0BFA2}" type="presParOf" srcId="{688EDC1F-0A63-436A-8EC5-FF7C9201E294}" destId="{112C5A72-CDC0-4AC3-85D3-23CDDF86C7BA}" srcOrd="0" destOrd="0" presId="urn:microsoft.com/office/officeart/2005/8/layout/orgChart1"/>
    <dgm:cxn modelId="{5A29D2A2-0A32-4441-B9E5-4D1136219148}" type="presParOf" srcId="{112C5A72-CDC0-4AC3-85D3-23CDDF86C7BA}" destId="{BD7ACC55-3514-4848-8425-31A5B01A8F85}" srcOrd="0" destOrd="0" presId="urn:microsoft.com/office/officeart/2005/8/layout/orgChart1"/>
    <dgm:cxn modelId="{E7AC793A-C75C-4852-96F7-E653AA703BFF}" type="presParOf" srcId="{BD7ACC55-3514-4848-8425-31A5B01A8F85}" destId="{7344B1ED-9145-44AF-BB04-C3BC44F4D729}" srcOrd="0" destOrd="0" presId="urn:microsoft.com/office/officeart/2005/8/layout/orgChart1"/>
    <dgm:cxn modelId="{B823AF26-7F50-458A-A58A-0B9AC274E405}" type="presParOf" srcId="{BD7ACC55-3514-4848-8425-31A5B01A8F85}" destId="{0C1D4FCE-8E63-4440-88F6-4AEC34A649B8}" srcOrd="1" destOrd="0" presId="urn:microsoft.com/office/officeart/2005/8/layout/orgChart1"/>
    <dgm:cxn modelId="{281132B7-6307-4570-AFCE-BDDEABEF0A10}" type="presParOf" srcId="{112C5A72-CDC0-4AC3-85D3-23CDDF86C7BA}" destId="{E6203BEA-B995-40A3-A194-92289A641265}" srcOrd="1" destOrd="0" presId="urn:microsoft.com/office/officeart/2005/8/layout/orgChart1"/>
    <dgm:cxn modelId="{453536BA-EFAF-4C1C-9446-C90840A1B9DD}" type="presParOf" srcId="{E6203BEA-B995-40A3-A194-92289A641265}" destId="{8AA6CCC9-7DA5-4D03-980B-A514D0506C25}" srcOrd="0" destOrd="0" presId="urn:microsoft.com/office/officeart/2005/8/layout/orgChart1"/>
    <dgm:cxn modelId="{1D1388D1-D3F1-4944-B50C-63650469E2A2}" type="presParOf" srcId="{E6203BEA-B995-40A3-A194-92289A641265}" destId="{6ED5E136-6B02-492B-9EE6-03B1065CD2D0}" srcOrd="1" destOrd="0" presId="urn:microsoft.com/office/officeart/2005/8/layout/orgChart1"/>
    <dgm:cxn modelId="{546B74D4-F1AB-44C4-B811-9D047F18DC5B}" type="presParOf" srcId="{6ED5E136-6B02-492B-9EE6-03B1065CD2D0}" destId="{492B46AE-4E17-4D59-B697-831541653A6E}" srcOrd="0" destOrd="0" presId="urn:microsoft.com/office/officeart/2005/8/layout/orgChart1"/>
    <dgm:cxn modelId="{4A10BB7F-20BC-424A-B344-7FEC0B15C70D}" type="presParOf" srcId="{492B46AE-4E17-4D59-B697-831541653A6E}" destId="{ED4578A8-9871-4369-967C-A649A0CC7412}" srcOrd="0" destOrd="0" presId="urn:microsoft.com/office/officeart/2005/8/layout/orgChart1"/>
    <dgm:cxn modelId="{2C2B152C-FA17-4ED3-8B02-44D6A2C54C5A}" type="presParOf" srcId="{492B46AE-4E17-4D59-B697-831541653A6E}" destId="{260C61D4-1D09-4496-A335-A8EEB5BFF472}" srcOrd="1" destOrd="0" presId="urn:microsoft.com/office/officeart/2005/8/layout/orgChart1"/>
    <dgm:cxn modelId="{44607B92-DEB8-44A5-825F-D9D95F1DE0A2}" type="presParOf" srcId="{6ED5E136-6B02-492B-9EE6-03B1065CD2D0}" destId="{19108268-5249-43E3-8695-1AEE12D94D4E}" srcOrd="1" destOrd="0" presId="urn:microsoft.com/office/officeart/2005/8/layout/orgChart1"/>
    <dgm:cxn modelId="{23CABA43-FBE0-4321-B9AA-362ADDF03997}" type="presParOf" srcId="{19108268-5249-43E3-8695-1AEE12D94D4E}" destId="{9C2B505C-7B18-436D-A4A8-9E207E31CCE6}" srcOrd="0" destOrd="0" presId="urn:microsoft.com/office/officeart/2005/8/layout/orgChart1"/>
    <dgm:cxn modelId="{E5A28BC6-8897-4CF7-AD31-FFE5206D0CB1}" type="presParOf" srcId="{19108268-5249-43E3-8695-1AEE12D94D4E}" destId="{1D2600BC-58C0-45EB-BF72-FD19263751D4}" srcOrd="1" destOrd="0" presId="urn:microsoft.com/office/officeart/2005/8/layout/orgChart1"/>
    <dgm:cxn modelId="{BD86BBB4-9B62-406A-A857-5DA259F98AC4}" type="presParOf" srcId="{1D2600BC-58C0-45EB-BF72-FD19263751D4}" destId="{DF7B9AA9-FB31-48EA-9FC4-2A17D4DAD143}" srcOrd="0" destOrd="0" presId="urn:microsoft.com/office/officeart/2005/8/layout/orgChart1"/>
    <dgm:cxn modelId="{C494D3E5-1A69-4025-B266-53A0FF8D15DF}" type="presParOf" srcId="{DF7B9AA9-FB31-48EA-9FC4-2A17D4DAD143}" destId="{2225B029-D4E5-4C23-9E68-7E432BE2EB2E}" srcOrd="0" destOrd="0" presId="urn:microsoft.com/office/officeart/2005/8/layout/orgChart1"/>
    <dgm:cxn modelId="{692B55FB-7710-40B1-9753-79FD78FE867D}" type="presParOf" srcId="{DF7B9AA9-FB31-48EA-9FC4-2A17D4DAD143}" destId="{F72EAC77-D471-4B7E-B199-AD88122E7F6B}" srcOrd="1" destOrd="0" presId="urn:microsoft.com/office/officeart/2005/8/layout/orgChart1"/>
    <dgm:cxn modelId="{0BE9F87D-FD72-45CE-8D8B-C142084089BF}" type="presParOf" srcId="{1D2600BC-58C0-45EB-BF72-FD19263751D4}" destId="{FA70E2D1-A1C4-4A7E-A0A1-387622AF3081}" srcOrd="1" destOrd="0" presId="urn:microsoft.com/office/officeart/2005/8/layout/orgChart1"/>
    <dgm:cxn modelId="{76FEFBA0-9F6C-4848-96A9-A21446ECE0B6}" type="presParOf" srcId="{1D2600BC-58C0-45EB-BF72-FD19263751D4}" destId="{FA3CA51A-101A-48BE-A2CD-72577E24F39B}" srcOrd="2" destOrd="0" presId="urn:microsoft.com/office/officeart/2005/8/layout/orgChart1"/>
    <dgm:cxn modelId="{107856CE-0511-4BEF-BC8E-B0679C8E181B}" type="presParOf" srcId="{19108268-5249-43E3-8695-1AEE12D94D4E}" destId="{1B7C2F8C-EC35-4D7B-AC9F-25635042040E}" srcOrd="2" destOrd="0" presId="urn:microsoft.com/office/officeart/2005/8/layout/orgChart1"/>
    <dgm:cxn modelId="{12734EF3-A268-46ED-8E2E-84CC3BB1B4DE}" type="presParOf" srcId="{19108268-5249-43E3-8695-1AEE12D94D4E}" destId="{17BE3852-586D-4C4A-9855-7726375C00C2}" srcOrd="3" destOrd="0" presId="urn:microsoft.com/office/officeart/2005/8/layout/orgChart1"/>
    <dgm:cxn modelId="{21468F66-EB10-4B79-88D0-6AEE10BE0DF5}" type="presParOf" srcId="{17BE3852-586D-4C4A-9855-7726375C00C2}" destId="{4F79BB99-D8C7-4F47-B768-162A166AE191}" srcOrd="0" destOrd="0" presId="urn:microsoft.com/office/officeart/2005/8/layout/orgChart1"/>
    <dgm:cxn modelId="{2AFF9694-3B1A-4EB7-A0EB-871D64288FC1}" type="presParOf" srcId="{4F79BB99-D8C7-4F47-B768-162A166AE191}" destId="{35E417BD-50C4-418A-A51A-D6E9D51C51B7}" srcOrd="0" destOrd="0" presId="urn:microsoft.com/office/officeart/2005/8/layout/orgChart1"/>
    <dgm:cxn modelId="{816511DC-B81E-427F-8806-D185481B3A03}" type="presParOf" srcId="{4F79BB99-D8C7-4F47-B768-162A166AE191}" destId="{E81EE7BA-288E-4143-8351-E7665C286B93}" srcOrd="1" destOrd="0" presId="urn:microsoft.com/office/officeart/2005/8/layout/orgChart1"/>
    <dgm:cxn modelId="{5EB091A7-4939-49BC-BBF7-F1063A42F211}" type="presParOf" srcId="{17BE3852-586D-4C4A-9855-7726375C00C2}" destId="{C0862511-A7B3-4BE9-AEA3-E97387688D7D}" srcOrd="1" destOrd="0" presId="urn:microsoft.com/office/officeart/2005/8/layout/orgChart1"/>
    <dgm:cxn modelId="{17C744F6-F2C4-40DE-96B6-73D35B7FA66A}" type="presParOf" srcId="{17BE3852-586D-4C4A-9855-7726375C00C2}" destId="{A4E1D96E-3736-4D9D-AD8F-CAF88977218F}" srcOrd="2" destOrd="0" presId="urn:microsoft.com/office/officeart/2005/8/layout/orgChart1"/>
    <dgm:cxn modelId="{A40766B1-C3D3-4E69-9549-74A5C9E48B45}" type="presParOf" srcId="{6ED5E136-6B02-492B-9EE6-03B1065CD2D0}" destId="{14BFC1DE-3DE6-41AA-A666-6BC9BB2CF4F5}" srcOrd="2" destOrd="0" presId="urn:microsoft.com/office/officeart/2005/8/layout/orgChart1"/>
    <dgm:cxn modelId="{89921BBF-1608-48CE-AC0F-D672E99FFE7C}" type="presParOf" srcId="{E6203BEA-B995-40A3-A194-92289A641265}" destId="{30EEF197-F271-495A-BD93-7DD81AC0AF9B}" srcOrd="2" destOrd="0" presId="urn:microsoft.com/office/officeart/2005/8/layout/orgChart1"/>
    <dgm:cxn modelId="{F4C3340D-E3EB-434A-83A1-2332FA1E89D4}" type="presParOf" srcId="{E6203BEA-B995-40A3-A194-92289A641265}" destId="{9426BA55-D971-4783-9314-B8ED8BE4522A}" srcOrd="3" destOrd="0" presId="urn:microsoft.com/office/officeart/2005/8/layout/orgChart1"/>
    <dgm:cxn modelId="{B5C270BB-F43D-495C-A268-DC97D7E2E9CF}" type="presParOf" srcId="{9426BA55-D971-4783-9314-B8ED8BE4522A}" destId="{CA7053EA-F9D3-4CF5-A513-2E1AECC64B6F}" srcOrd="0" destOrd="0" presId="urn:microsoft.com/office/officeart/2005/8/layout/orgChart1"/>
    <dgm:cxn modelId="{A18961C7-B55A-4B64-9118-55C642F4209E}" type="presParOf" srcId="{CA7053EA-F9D3-4CF5-A513-2E1AECC64B6F}" destId="{2B6541D2-3647-403E-92F0-964CE4116F8F}" srcOrd="0" destOrd="0" presId="urn:microsoft.com/office/officeart/2005/8/layout/orgChart1"/>
    <dgm:cxn modelId="{8638989D-BAFB-49DA-A012-12E6F9EB784D}" type="presParOf" srcId="{CA7053EA-F9D3-4CF5-A513-2E1AECC64B6F}" destId="{AF196F10-5D5A-4C7F-9FD5-9F2A85B2884B}" srcOrd="1" destOrd="0" presId="urn:microsoft.com/office/officeart/2005/8/layout/orgChart1"/>
    <dgm:cxn modelId="{679D076E-830D-4DCE-9B1F-8055EBA93BA8}" type="presParOf" srcId="{9426BA55-D971-4783-9314-B8ED8BE4522A}" destId="{5820B348-1A6B-4B73-8271-D17F05C66C47}" srcOrd="1" destOrd="0" presId="urn:microsoft.com/office/officeart/2005/8/layout/orgChart1"/>
    <dgm:cxn modelId="{D2926FC3-B3BE-4C54-BA76-5748DEC2C6D1}" type="presParOf" srcId="{5820B348-1A6B-4B73-8271-D17F05C66C47}" destId="{2C2843CD-DD45-4279-ADEC-FA0732813C28}" srcOrd="0" destOrd="0" presId="urn:microsoft.com/office/officeart/2005/8/layout/orgChart1"/>
    <dgm:cxn modelId="{24E212E1-F652-415A-97BB-9F8700FB55BA}" type="presParOf" srcId="{5820B348-1A6B-4B73-8271-D17F05C66C47}" destId="{CC1DC8E8-6EA8-4306-915E-8A36195497DE}" srcOrd="1" destOrd="0" presId="urn:microsoft.com/office/officeart/2005/8/layout/orgChart1"/>
    <dgm:cxn modelId="{DD880B24-DC4C-45CC-BFD9-E0E9E6B15855}" type="presParOf" srcId="{CC1DC8E8-6EA8-4306-915E-8A36195497DE}" destId="{E6E7D609-3F3E-4E2F-8B72-0DA70F499C70}" srcOrd="0" destOrd="0" presId="urn:microsoft.com/office/officeart/2005/8/layout/orgChart1"/>
    <dgm:cxn modelId="{9C7887A4-F0F0-47AF-943C-D9B87EA952DC}" type="presParOf" srcId="{E6E7D609-3F3E-4E2F-8B72-0DA70F499C70}" destId="{5D94BC3F-FA69-4242-A0BD-0F27A705B565}" srcOrd="0" destOrd="0" presId="urn:microsoft.com/office/officeart/2005/8/layout/orgChart1"/>
    <dgm:cxn modelId="{90047868-15DF-4A36-ACCD-2BD8D0787B70}" type="presParOf" srcId="{E6E7D609-3F3E-4E2F-8B72-0DA70F499C70}" destId="{5B6F5EFB-86E5-4191-80EE-AC329397E5DF}" srcOrd="1" destOrd="0" presId="urn:microsoft.com/office/officeart/2005/8/layout/orgChart1"/>
    <dgm:cxn modelId="{06101660-EBDB-443E-B3E3-550DE9C0C250}" type="presParOf" srcId="{CC1DC8E8-6EA8-4306-915E-8A36195497DE}" destId="{87F5CE3D-7CDF-47A8-A39F-A624CB87405D}" srcOrd="1" destOrd="0" presId="urn:microsoft.com/office/officeart/2005/8/layout/orgChart1"/>
    <dgm:cxn modelId="{40605CBE-94C9-4194-B227-320685AA2481}" type="presParOf" srcId="{CC1DC8E8-6EA8-4306-915E-8A36195497DE}" destId="{C3FB8767-B152-4BAA-8E69-7FFFADD99A60}" srcOrd="2" destOrd="0" presId="urn:microsoft.com/office/officeart/2005/8/layout/orgChart1"/>
    <dgm:cxn modelId="{2FDA8B28-9475-430F-BB5A-16953FAF7EDF}" type="presParOf" srcId="{5820B348-1A6B-4B73-8271-D17F05C66C47}" destId="{277CFE4B-0655-4C67-80AF-8271CC4CDD35}" srcOrd="2" destOrd="0" presId="urn:microsoft.com/office/officeart/2005/8/layout/orgChart1"/>
    <dgm:cxn modelId="{61C95FCC-8CF3-4714-B2A0-AD8754069C03}" type="presParOf" srcId="{5820B348-1A6B-4B73-8271-D17F05C66C47}" destId="{03316B4F-610D-4B33-A9A3-F168A4F2E39B}" srcOrd="3" destOrd="0" presId="urn:microsoft.com/office/officeart/2005/8/layout/orgChart1"/>
    <dgm:cxn modelId="{7D56E76B-1F2A-4CB1-9262-CCDB789ED99A}" type="presParOf" srcId="{03316B4F-610D-4B33-A9A3-F168A4F2E39B}" destId="{EE1A7366-683C-42DA-9B9C-FCF22729ADB6}" srcOrd="0" destOrd="0" presId="urn:microsoft.com/office/officeart/2005/8/layout/orgChart1"/>
    <dgm:cxn modelId="{4CCE7846-00EB-4D76-AFE3-D3DD62828774}" type="presParOf" srcId="{EE1A7366-683C-42DA-9B9C-FCF22729ADB6}" destId="{D2F9BFB7-881B-4B61-964F-4D45769304F6}" srcOrd="0" destOrd="0" presId="urn:microsoft.com/office/officeart/2005/8/layout/orgChart1"/>
    <dgm:cxn modelId="{8A9E2C6D-D4D2-4BCC-ABFA-41AF343E4456}" type="presParOf" srcId="{EE1A7366-683C-42DA-9B9C-FCF22729ADB6}" destId="{CD6AD48B-C698-44F0-B257-E56625C7C4ED}" srcOrd="1" destOrd="0" presId="urn:microsoft.com/office/officeart/2005/8/layout/orgChart1"/>
    <dgm:cxn modelId="{3D118C8C-B9E2-4B85-B12F-6DEF44F616EA}" type="presParOf" srcId="{03316B4F-610D-4B33-A9A3-F168A4F2E39B}" destId="{FCCFF339-3C9E-4817-A8A4-007C392A6CD9}" srcOrd="1" destOrd="0" presId="urn:microsoft.com/office/officeart/2005/8/layout/orgChart1"/>
    <dgm:cxn modelId="{0955A427-B59D-4716-A473-BE7ED0649B9D}" type="presParOf" srcId="{03316B4F-610D-4B33-A9A3-F168A4F2E39B}" destId="{238342B3-74B2-4CAC-8183-B2ACF905F842}" srcOrd="2" destOrd="0" presId="urn:microsoft.com/office/officeart/2005/8/layout/orgChart1"/>
    <dgm:cxn modelId="{45740D81-0856-4AF2-AC87-61BFBB01CE65}" type="presParOf" srcId="{9426BA55-D971-4783-9314-B8ED8BE4522A}" destId="{703B60B6-CAFA-4645-8461-75B4E710FDA7}" srcOrd="2" destOrd="0" presId="urn:microsoft.com/office/officeart/2005/8/layout/orgChart1"/>
    <dgm:cxn modelId="{37E03950-058B-4B93-826B-A9D1A1CD062F}" type="presParOf" srcId="{112C5A72-CDC0-4AC3-85D3-23CDDF86C7BA}" destId="{40461C2B-F450-4C1D-A967-18E668E93D7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FD9EEE-F26C-4B00-BDB1-2A8F11DD6E9E}" type="doc">
      <dgm:prSet loTypeId="urn:microsoft.com/office/officeart/2005/8/layout/cycle7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C50D8276-8292-40A7-8645-645900444600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r>
            <a:rPr lang="en-US" dirty="0"/>
            <a:t>Learning objectives/outcomes</a:t>
          </a:r>
          <a:endParaRPr lang="en-DE" dirty="0"/>
        </a:p>
      </dgm:t>
    </dgm:pt>
    <dgm:pt modelId="{1139BA20-12EC-42C0-847D-4B90D313DC33}" type="parTrans" cxnId="{EBBC7F15-298E-406E-8EAF-C0F35D0EF2A2}">
      <dgm:prSet/>
      <dgm:spPr/>
      <dgm:t>
        <a:bodyPr/>
        <a:lstStyle/>
        <a:p>
          <a:endParaRPr lang="en-DE"/>
        </a:p>
      </dgm:t>
    </dgm:pt>
    <dgm:pt modelId="{A753961E-8C74-44F8-BE78-8A54E0045DCF}" type="sibTrans" cxnId="{EBBC7F15-298E-406E-8EAF-C0F35D0EF2A2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endParaRPr lang="en-DE"/>
        </a:p>
      </dgm:t>
    </dgm:pt>
    <dgm:pt modelId="{2781D94F-1A19-467A-911C-E689CB4C7DA5}">
      <dgm:prSet phldrT="[Text]"/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r>
            <a:rPr lang="en-US" dirty="0"/>
            <a:t>Teaching/learning activities</a:t>
          </a:r>
          <a:endParaRPr lang="en-DE" dirty="0"/>
        </a:p>
      </dgm:t>
    </dgm:pt>
    <dgm:pt modelId="{867185FB-514F-4214-9368-0574D6BCAD83}" type="parTrans" cxnId="{F0A85DD0-EF4C-4ABF-BEBF-CEDEACD5AB90}">
      <dgm:prSet/>
      <dgm:spPr/>
      <dgm:t>
        <a:bodyPr/>
        <a:lstStyle/>
        <a:p>
          <a:endParaRPr lang="en-DE"/>
        </a:p>
      </dgm:t>
    </dgm:pt>
    <dgm:pt modelId="{C2A2D1FC-71F6-4061-84DB-79AA9B806B9C}" type="sibTrans" cxnId="{F0A85DD0-EF4C-4ABF-BEBF-CEDEACD5AB90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endParaRPr lang="en-DE"/>
        </a:p>
      </dgm:t>
    </dgm:pt>
    <dgm:pt modelId="{3EF34363-72E3-4CB9-9AD8-7D97E129DBB9}">
      <dgm:prSet phldrT="[Text]"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r>
            <a:rPr lang="en-US" dirty="0"/>
            <a:t>Assessment </a:t>
          </a:r>
          <a:br>
            <a:rPr lang="en-US" dirty="0"/>
          </a:br>
          <a:r>
            <a:rPr lang="en-US" dirty="0"/>
            <a:t>tasks</a:t>
          </a:r>
          <a:endParaRPr lang="en-DE" dirty="0"/>
        </a:p>
      </dgm:t>
    </dgm:pt>
    <dgm:pt modelId="{EC43C32A-519B-4FC5-8428-216121088B03}" type="parTrans" cxnId="{546CFA64-D5FB-4B41-B3B1-56A6F3C54555}">
      <dgm:prSet/>
      <dgm:spPr/>
      <dgm:t>
        <a:bodyPr/>
        <a:lstStyle/>
        <a:p>
          <a:endParaRPr lang="en-DE"/>
        </a:p>
      </dgm:t>
    </dgm:pt>
    <dgm:pt modelId="{9AA10E6A-FB89-4BA5-8EA7-AA09CFDF90C8}" type="sibTrans" cxnId="{546CFA64-D5FB-4B41-B3B1-56A6F3C54555}">
      <dgm:prSet/>
      <dgm:spPr>
        <a:solidFill>
          <a:schemeClr val="bg1">
            <a:lumMod val="65000"/>
          </a:schemeClr>
        </a:solidFill>
      </dgm:spPr>
      <dgm:t>
        <a:bodyPr/>
        <a:lstStyle/>
        <a:p>
          <a:endParaRPr lang="en-DE"/>
        </a:p>
      </dgm:t>
    </dgm:pt>
    <dgm:pt modelId="{403FFAF2-EECA-45F4-BCE3-C4117484DC81}" type="pres">
      <dgm:prSet presAssocID="{3DFD9EEE-F26C-4B00-BDB1-2A8F11DD6E9E}" presName="Name0" presStyleCnt="0">
        <dgm:presLayoutVars>
          <dgm:dir/>
          <dgm:resizeHandles val="exact"/>
        </dgm:presLayoutVars>
      </dgm:prSet>
      <dgm:spPr/>
    </dgm:pt>
    <dgm:pt modelId="{FDA578C2-12F0-42B6-85E1-C6DFC8B6EE19}" type="pres">
      <dgm:prSet presAssocID="{C50D8276-8292-40A7-8645-645900444600}" presName="node" presStyleLbl="node1" presStyleIdx="0" presStyleCnt="3">
        <dgm:presLayoutVars>
          <dgm:bulletEnabled val="1"/>
        </dgm:presLayoutVars>
      </dgm:prSet>
      <dgm:spPr/>
    </dgm:pt>
    <dgm:pt modelId="{9177BFEE-FFC2-43BD-B4E9-23F76865E600}" type="pres">
      <dgm:prSet presAssocID="{A753961E-8C74-44F8-BE78-8A54E0045DCF}" presName="sibTrans" presStyleLbl="sibTrans2D1" presStyleIdx="0" presStyleCnt="3"/>
      <dgm:spPr/>
    </dgm:pt>
    <dgm:pt modelId="{AEDCB569-9CA3-4CD2-A061-849A2BFAA3CE}" type="pres">
      <dgm:prSet presAssocID="{A753961E-8C74-44F8-BE78-8A54E0045DCF}" presName="connectorText" presStyleLbl="sibTrans2D1" presStyleIdx="0" presStyleCnt="3"/>
      <dgm:spPr/>
    </dgm:pt>
    <dgm:pt modelId="{58164B1D-5977-476F-8C7F-F6AF27480BDD}" type="pres">
      <dgm:prSet presAssocID="{2781D94F-1A19-467A-911C-E689CB4C7DA5}" presName="node" presStyleLbl="node1" presStyleIdx="1" presStyleCnt="3">
        <dgm:presLayoutVars>
          <dgm:bulletEnabled val="1"/>
        </dgm:presLayoutVars>
      </dgm:prSet>
      <dgm:spPr/>
    </dgm:pt>
    <dgm:pt modelId="{8745F95D-48C0-44B3-8A68-21E2672B2C91}" type="pres">
      <dgm:prSet presAssocID="{C2A2D1FC-71F6-4061-84DB-79AA9B806B9C}" presName="sibTrans" presStyleLbl="sibTrans2D1" presStyleIdx="1" presStyleCnt="3"/>
      <dgm:spPr/>
    </dgm:pt>
    <dgm:pt modelId="{2161A291-2B43-401C-8FA1-53275419B749}" type="pres">
      <dgm:prSet presAssocID="{C2A2D1FC-71F6-4061-84DB-79AA9B806B9C}" presName="connectorText" presStyleLbl="sibTrans2D1" presStyleIdx="1" presStyleCnt="3"/>
      <dgm:spPr/>
    </dgm:pt>
    <dgm:pt modelId="{E161C38D-AFB8-46DE-A3DC-64F05DC6EEFE}" type="pres">
      <dgm:prSet presAssocID="{3EF34363-72E3-4CB9-9AD8-7D97E129DBB9}" presName="node" presStyleLbl="node1" presStyleIdx="2" presStyleCnt="3">
        <dgm:presLayoutVars>
          <dgm:bulletEnabled val="1"/>
        </dgm:presLayoutVars>
      </dgm:prSet>
      <dgm:spPr/>
    </dgm:pt>
    <dgm:pt modelId="{69C93C67-CD3A-482F-BCD4-4A055E071382}" type="pres">
      <dgm:prSet presAssocID="{9AA10E6A-FB89-4BA5-8EA7-AA09CFDF90C8}" presName="sibTrans" presStyleLbl="sibTrans2D1" presStyleIdx="2" presStyleCnt="3"/>
      <dgm:spPr/>
    </dgm:pt>
    <dgm:pt modelId="{CC340D34-DE94-4DE4-853F-B18C0C7D5686}" type="pres">
      <dgm:prSet presAssocID="{9AA10E6A-FB89-4BA5-8EA7-AA09CFDF90C8}" presName="connectorText" presStyleLbl="sibTrans2D1" presStyleIdx="2" presStyleCnt="3"/>
      <dgm:spPr/>
    </dgm:pt>
  </dgm:ptLst>
  <dgm:cxnLst>
    <dgm:cxn modelId="{BD72740C-0146-4001-B28E-6859431988A9}" type="presOf" srcId="{C2A2D1FC-71F6-4061-84DB-79AA9B806B9C}" destId="{2161A291-2B43-401C-8FA1-53275419B749}" srcOrd="1" destOrd="0" presId="urn:microsoft.com/office/officeart/2005/8/layout/cycle7"/>
    <dgm:cxn modelId="{3A5B280E-94FE-40F0-9390-8CEF572263EF}" type="presOf" srcId="{3DFD9EEE-F26C-4B00-BDB1-2A8F11DD6E9E}" destId="{403FFAF2-EECA-45F4-BCE3-C4117484DC81}" srcOrd="0" destOrd="0" presId="urn:microsoft.com/office/officeart/2005/8/layout/cycle7"/>
    <dgm:cxn modelId="{793E0E0F-DAEB-48D4-9280-D8DBD9F9A5CC}" type="presOf" srcId="{C2A2D1FC-71F6-4061-84DB-79AA9B806B9C}" destId="{8745F95D-48C0-44B3-8A68-21E2672B2C91}" srcOrd="0" destOrd="0" presId="urn:microsoft.com/office/officeart/2005/8/layout/cycle7"/>
    <dgm:cxn modelId="{EBBC7F15-298E-406E-8EAF-C0F35D0EF2A2}" srcId="{3DFD9EEE-F26C-4B00-BDB1-2A8F11DD6E9E}" destId="{C50D8276-8292-40A7-8645-645900444600}" srcOrd="0" destOrd="0" parTransId="{1139BA20-12EC-42C0-847D-4B90D313DC33}" sibTransId="{A753961E-8C74-44F8-BE78-8A54E0045DCF}"/>
    <dgm:cxn modelId="{546CFA64-D5FB-4B41-B3B1-56A6F3C54555}" srcId="{3DFD9EEE-F26C-4B00-BDB1-2A8F11DD6E9E}" destId="{3EF34363-72E3-4CB9-9AD8-7D97E129DBB9}" srcOrd="2" destOrd="0" parTransId="{EC43C32A-519B-4FC5-8428-216121088B03}" sibTransId="{9AA10E6A-FB89-4BA5-8EA7-AA09CFDF90C8}"/>
    <dgm:cxn modelId="{9D95E646-E3BB-443F-A31B-C1629F6D0955}" type="presOf" srcId="{A753961E-8C74-44F8-BE78-8A54E0045DCF}" destId="{AEDCB569-9CA3-4CD2-A061-849A2BFAA3CE}" srcOrd="1" destOrd="0" presId="urn:microsoft.com/office/officeart/2005/8/layout/cycle7"/>
    <dgm:cxn modelId="{A0C96250-4D17-42EC-91F6-06F94851538E}" type="presOf" srcId="{A753961E-8C74-44F8-BE78-8A54E0045DCF}" destId="{9177BFEE-FFC2-43BD-B4E9-23F76865E600}" srcOrd="0" destOrd="0" presId="urn:microsoft.com/office/officeart/2005/8/layout/cycle7"/>
    <dgm:cxn modelId="{05977653-6158-4068-A729-F8D403BBE020}" type="presOf" srcId="{9AA10E6A-FB89-4BA5-8EA7-AA09CFDF90C8}" destId="{69C93C67-CD3A-482F-BCD4-4A055E071382}" srcOrd="0" destOrd="0" presId="urn:microsoft.com/office/officeart/2005/8/layout/cycle7"/>
    <dgm:cxn modelId="{6A7AFD93-FD45-4EA6-8DC3-E076B196B5A1}" type="presOf" srcId="{3EF34363-72E3-4CB9-9AD8-7D97E129DBB9}" destId="{E161C38D-AFB8-46DE-A3DC-64F05DC6EEFE}" srcOrd="0" destOrd="0" presId="urn:microsoft.com/office/officeart/2005/8/layout/cycle7"/>
    <dgm:cxn modelId="{11BCF297-6902-4737-8D2D-BAE725A0104F}" type="presOf" srcId="{C50D8276-8292-40A7-8645-645900444600}" destId="{FDA578C2-12F0-42B6-85E1-C6DFC8B6EE19}" srcOrd="0" destOrd="0" presId="urn:microsoft.com/office/officeart/2005/8/layout/cycle7"/>
    <dgm:cxn modelId="{F0A85DD0-EF4C-4ABF-BEBF-CEDEACD5AB90}" srcId="{3DFD9EEE-F26C-4B00-BDB1-2A8F11DD6E9E}" destId="{2781D94F-1A19-467A-911C-E689CB4C7DA5}" srcOrd="1" destOrd="0" parTransId="{867185FB-514F-4214-9368-0574D6BCAD83}" sibTransId="{C2A2D1FC-71F6-4061-84DB-79AA9B806B9C}"/>
    <dgm:cxn modelId="{769461D2-B0FA-4348-89A7-2E2F356F657D}" type="presOf" srcId="{9AA10E6A-FB89-4BA5-8EA7-AA09CFDF90C8}" destId="{CC340D34-DE94-4DE4-853F-B18C0C7D5686}" srcOrd="1" destOrd="0" presId="urn:microsoft.com/office/officeart/2005/8/layout/cycle7"/>
    <dgm:cxn modelId="{A970B2DE-29A7-4732-A86B-FFF24C0A82C7}" type="presOf" srcId="{2781D94F-1A19-467A-911C-E689CB4C7DA5}" destId="{58164B1D-5977-476F-8C7F-F6AF27480BDD}" srcOrd="0" destOrd="0" presId="urn:microsoft.com/office/officeart/2005/8/layout/cycle7"/>
    <dgm:cxn modelId="{88B743DD-0719-4BFD-B6C4-D656C9DBB252}" type="presParOf" srcId="{403FFAF2-EECA-45F4-BCE3-C4117484DC81}" destId="{FDA578C2-12F0-42B6-85E1-C6DFC8B6EE19}" srcOrd="0" destOrd="0" presId="urn:microsoft.com/office/officeart/2005/8/layout/cycle7"/>
    <dgm:cxn modelId="{A9923304-203F-4E06-9307-2771D28A6AAA}" type="presParOf" srcId="{403FFAF2-EECA-45F4-BCE3-C4117484DC81}" destId="{9177BFEE-FFC2-43BD-B4E9-23F76865E600}" srcOrd="1" destOrd="0" presId="urn:microsoft.com/office/officeart/2005/8/layout/cycle7"/>
    <dgm:cxn modelId="{FF903793-B9D0-4121-86DC-EEB570F10E64}" type="presParOf" srcId="{9177BFEE-FFC2-43BD-B4E9-23F76865E600}" destId="{AEDCB569-9CA3-4CD2-A061-849A2BFAA3CE}" srcOrd="0" destOrd="0" presId="urn:microsoft.com/office/officeart/2005/8/layout/cycle7"/>
    <dgm:cxn modelId="{F63F9FDD-B257-4E27-ACD4-7915F91BC244}" type="presParOf" srcId="{403FFAF2-EECA-45F4-BCE3-C4117484DC81}" destId="{58164B1D-5977-476F-8C7F-F6AF27480BDD}" srcOrd="2" destOrd="0" presId="urn:microsoft.com/office/officeart/2005/8/layout/cycle7"/>
    <dgm:cxn modelId="{9CD5EE48-D1AE-4E68-96CF-F4002CA2F682}" type="presParOf" srcId="{403FFAF2-EECA-45F4-BCE3-C4117484DC81}" destId="{8745F95D-48C0-44B3-8A68-21E2672B2C91}" srcOrd="3" destOrd="0" presId="urn:microsoft.com/office/officeart/2005/8/layout/cycle7"/>
    <dgm:cxn modelId="{4D4C2C97-5DB8-4DCD-97E6-69F63773CC8D}" type="presParOf" srcId="{8745F95D-48C0-44B3-8A68-21E2672B2C91}" destId="{2161A291-2B43-401C-8FA1-53275419B749}" srcOrd="0" destOrd="0" presId="urn:microsoft.com/office/officeart/2005/8/layout/cycle7"/>
    <dgm:cxn modelId="{4D698F40-C423-4CE2-897D-773057D29095}" type="presParOf" srcId="{403FFAF2-EECA-45F4-BCE3-C4117484DC81}" destId="{E161C38D-AFB8-46DE-A3DC-64F05DC6EEFE}" srcOrd="4" destOrd="0" presId="urn:microsoft.com/office/officeart/2005/8/layout/cycle7"/>
    <dgm:cxn modelId="{7C7ED571-8408-4681-80D3-6688CDE21E2C}" type="presParOf" srcId="{403FFAF2-EECA-45F4-BCE3-C4117484DC81}" destId="{69C93C67-CD3A-482F-BCD4-4A055E071382}" srcOrd="5" destOrd="0" presId="urn:microsoft.com/office/officeart/2005/8/layout/cycle7"/>
    <dgm:cxn modelId="{E522A51D-E2CB-4E3D-9077-9785932BB1EB}" type="presParOf" srcId="{69C93C67-CD3A-482F-BCD4-4A055E071382}" destId="{CC340D34-DE94-4DE4-853F-B18C0C7D5686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2329B24-F171-4016-82BD-572670FDB275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5D6F404A-7FF4-466B-88EC-F302848E7233}">
      <dgm:prSet phldrT="[Text]"/>
      <dgm:spPr>
        <a:solidFill>
          <a:srgbClr val="0070C0"/>
        </a:solidFill>
        <a:ln>
          <a:solidFill>
            <a:srgbClr val="0070C0"/>
          </a:solidFill>
        </a:ln>
      </dgm:spPr>
      <dgm:t>
        <a:bodyPr/>
        <a:lstStyle/>
        <a:p>
          <a:r>
            <a:rPr lang="en-US" dirty="0"/>
            <a:t>Formulating learning objectives</a:t>
          </a:r>
          <a:endParaRPr lang="en-DE" dirty="0"/>
        </a:p>
      </dgm:t>
    </dgm:pt>
    <dgm:pt modelId="{C0D52DA9-F124-48E1-9F44-C48495AB5DDD}" type="parTrans" cxnId="{3F787B59-A626-48A3-9315-55DD64F26CA1}">
      <dgm:prSet/>
      <dgm:spPr/>
      <dgm:t>
        <a:bodyPr/>
        <a:lstStyle/>
        <a:p>
          <a:endParaRPr lang="en-DE"/>
        </a:p>
      </dgm:t>
    </dgm:pt>
    <dgm:pt modelId="{C469D962-7095-4303-A689-CFBEB0EE83D3}" type="sibTrans" cxnId="{3F787B59-A626-48A3-9315-55DD64F26CA1}">
      <dgm:prSet/>
      <dgm:spPr/>
      <dgm:t>
        <a:bodyPr/>
        <a:lstStyle/>
        <a:p>
          <a:endParaRPr lang="en-DE"/>
        </a:p>
      </dgm:t>
    </dgm:pt>
    <dgm:pt modelId="{4DD4EF06-37C6-4EAE-8DBB-F795C64C39A1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START:</a:t>
          </a:r>
          <a:br>
            <a:rPr lang="en-US" dirty="0"/>
          </a:br>
          <a:r>
            <a:rPr lang="en-US" dirty="0"/>
            <a:t>Who is your audience?</a:t>
          </a:r>
          <a:endParaRPr lang="en-DE" dirty="0"/>
        </a:p>
      </dgm:t>
    </dgm:pt>
    <dgm:pt modelId="{DDB5DCB6-DA68-4F28-A15D-A69B29787ED2}" type="parTrans" cxnId="{6FBE0299-B3BA-4D75-BE87-65230A2C4F14}">
      <dgm:prSet/>
      <dgm:spPr/>
      <dgm:t>
        <a:bodyPr/>
        <a:lstStyle/>
        <a:p>
          <a:endParaRPr lang="en-DE"/>
        </a:p>
      </dgm:t>
    </dgm:pt>
    <dgm:pt modelId="{73244D35-BDC1-4FDE-8F9C-595EFA869CF6}" type="sibTrans" cxnId="{6FBE0299-B3BA-4D75-BE87-65230A2C4F14}">
      <dgm:prSet/>
      <dgm:spPr/>
      <dgm:t>
        <a:bodyPr/>
        <a:lstStyle/>
        <a:p>
          <a:endParaRPr lang="en-DE"/>
        </a:p>
      </dgm:t>
    </dgm:pt>
    <dgm:pt modelId="{D2CC0C5F-3B49-49FE-B881-E86CDE9A5D5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Emphasis on active verb</a:t>
          </a:r>
          <a:endParaRPr lang="en-DE" dirty="0"/>
        </a:p>
      </dgm:t>
    </dgm:pt>
    <dgm:pt modelId="{FFDE4A83-A570-47D6-AEE7-775C6B77458E}" type="parTrans" cxnId="{7630EEB4-3B56-4E31-BB1C-5F7A871160CC}">
      <dgm:prSet/>
      <dgm:spPr/>
      <dgm:t>
        <a:bodyPr/>
        <a:lstStyle/>
        <a:p>
          <a:endParaRPr lang="en-DE"/>
        </a:p>
      </dgm:t>
    </dgm:pt>
    <dgm:pt modelId="{5486B01D-E46C-4BC8-99A3-30AFDAD09446}" type="sibTrans" cxnId="{7630EEB4-3B56-4E31-BB1C-5F7A871160CC}">
      <dgm:prSet/>
      <dgm:spPr/>
      <dgm:t>
        <a:bodyPr/>
        <a:lstStyle/>
        <a:p>
          <a:endParaRPr lang="en-DE"/>
        </a:p>
      </dgm:t>
    </dgm:pt>
    <dgm:pt modelId="{7AC5A3F7-4786-4893-96A1-EDD3A695943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Outcome matches available timeframe</a:t>
          </a:r>
          <a:endParaRPr lang="en-DE" dirty="0"/>
        </a:p>
      </dgm:t>
    </dgm:pt>
    <dgm:pt modelId="{0C9DC455-9515-40EA-A9CF-CDC1E17C17F5}" type="parTrans" cxnId="{BB1C2C77-65A6-43AA-9D7F-7444B63E02B2}">
      <dgm:prSet/>
      <dgm:spPr/>
      <dgm:t>
        <a:bodyPr/>
        <a:lstStyle/>
        <a:p>
          <a:endParaRPr lang="en-DE"/>
        </a:p>
      </dgm:t>
    </dgm:pt>
    <dgm:pt modelId="{95311983-8DAC-48CB-825C-57D80EB38EBB}" type="sibTrans" cxnId="{BB1C2C77-65A6-43AA-9D7F-7444B63E02B2}">
      <dgm:prSet/>
      <dgm:spPr/>
      <dgm:t>
        <a:bodyPr/>
        <a:lstStyle/>
        <a:p>
          <a:endParaRPr lang="en-DE"/>
        </a:p>
      </dgm:t>
    </dgm:pt>
    <dgm:pt modelId="{E744F8A6-B1D8-4E03-AD55-87140B635ED7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Learning outcomes are measurable</a:t>
          </a:r>
          <a:endParaRPr lang="en-DE" dirty="0"/>
        </a:p>
      </dgm:t>
    </dgm:pt>
    <dgm:pt modelId="{6A415554-24C3-4F3F-A09B-41FEEC8A64F8}" type="parTrans" cxnId="{CF94D20F-B89A-4ECC-AA2B-03B0BFDDF468}">
      <dgm:prSet/>
      <dgm:spPr/>
      <dgm:t>
        <a:bodyPr/>
        <a:lstStyle/>
        <a:p>
          <a:endParaRPr lang="en-DE"/>
        </a:p>
      </dgm:t>
    </dgm:pt>
    <dgm:pt modelId="{6E411989-8D11-4FC5-8709-572068CED784}" type="sibTrans" cxnId="{CF94D20F-B89A-4ECC-AA2B-03B0BFDDF468}">
      <dgm:prSet/>
      <dgm:spPr/>
      <dgm:t>
        <a:bodyPr/>
        <a:lstStyle/>
        <a:p>
          <a:endParaRPr lang="en-DE"/>
        </a:p>
      </dgm:t>
    </dgm:pt>
    <dgm:pt modelId="{01DE792A-FA06-4CE3-91BA-2FA213C4CCCF}" type="pres">
      <dgm:prSet presAssocID="{02329B24-F171-4016-82BD-572670FDB27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E199DB6-ABBE-4C01-8749-B5FCB2FDF82A}" type="pres">
      <dgm:prSet presAssocID="{5D6F404A-7FF4-466B-88EC-F302848E7233}" presName="centerShape" presStyleLbl="node0" presStyleIdx="0" presStyleCnt="1"/>
      <dgm:spPr/>
    </dgm:pt>
    <dgm:pt modelId="{0AB678E2-D60A-43B9-A11C-7FEC1217BC42}" type="pres">
      <dgm:prSet presAssocID="{4DD4EF06-37C6-4EAE-8DBB-F795C64C39A1}" presName="node" presStyleLbl="node1" presStyleIdx="0" presStyleCnt="4">
        <dgm:presLayoutVars>
          <dgm:bulletEnabled val="1"/>
        </dgm:presLayoutVars>
      </dgm:prSet>
      <dgm:spPr/>
    </dgm:pt>
    <dgm:pt modelId="{33F9584A-44C1-4AFF-BDC9-113E7A684622}" type="pres">
      <dgm:prSet presAssocID="{4DD4EF06-37C6-4EAE-8DBB-F795C64C39A1}" presName="dummy" presStyleCnt="0"/>
      <dgm:spPr/>
    </dgm:pt>
    <dgm:pt modelId="{A656EB90-D73B-422E-9B88-C1EA63FA0AB6}" type="pres">
      <dgm:prSet presAssocID="{73244D35-BDC1-4FDE-8F9C-595EFA869CF6}" presName="sibTrans" presStyleLbl="sibTrans2D1" presStyleIdx="0" presStyleCnt="4"/>
      <dgm:spPr/>
    </dgm:pt>
    <dgm:pt modelId="{25BA9BC0-72C5-4B46-95B5-2DB039745027}" type="pres">
      <dgm:prSet presAssocID="{D2CC0C5F-3B49-49FE-B881-E86CDE9A5D5D}" presName="node" presStyleLbl="node1" presStyleIdx="1" presStyleCnt="4">
        <dgm:presLayoutVars>
          <dgm:bulletEnabled val="1"/>
        </dgm:presLayoutVars>
      </dgm:prSet>
      <dgm:spPr/>
    </dgm:pt>
    <dgm:pt modelId="{40CEA264-AE69-402A-A33E-C86EAFEFE1B7}" type="pres">
      <dgm:prSet presAssocID="{D2CC0C5F-3B49-49FE-B881-E86CDE9A5D5D}" presName="dummy" presStyleCnt="0"/>
      <dgm:spPr/>
    </dgm:pt>
    <dgm:pt modelId="{41815F60-95AA-432F-A961-C71566A35359}" type="pres">
      <dgm:prSet presAssocID="{5486B01D-E46C-4BC8-99A3-30AFDAD09446}" presName="sibTrans" presStyleLbl="sibTrans2D1" presStyleIdx="1" presStyleCnt="4"/>
      <dgm:spPr/>
    </dgm:pt>
    <dgm:pt modelId="{3B92023D-5B8D-4A1A-B1C1-3277964B729D}" type="pres">
      <dgm:prSet presAssocID="{7AC5A3F7-4786-4893-96A1-EDD3A695943E}" presName="node" presStyleLbl="node1" presStyleIdx="2" presStyleCnt="4">
        <dgm:presLayoutVars>
          <dgm:bulletEnabled val="1"/>
        </dgm:presLayoutVars>
      </dgm:prSet>
      <dgm:spPr/>
    </dgm:pt>
    <dgm:pt modelId="{A882AA0E-D00F-4BB1-A4A0-42EA74BF1CEF}" type="pres">
      <dgm:prSet presAssocID="{7AC5A3F7-4786-4893-96A1-EDD3A695943E}" presName="dummy" presStyleCnt="0"/>
      <dgm:spPr/>
    </dgm:pt>
    <dgm:pt modelId="{5032CA01-A1EC-47EC-AEA7-DFC2C98513E1}" type="pres">
      <dgm:prSet presAssocID="{95311983-8DAC-48CB-825C-57D80EB38EBB}" presName="sibTrans" presStyleLbl="sibTrans2D1" presStyleIdx="2" presStyleCnt="4"/>
      <dgm:spPr/>
    </dgm:pt>
    <dgm:pt modelId="{230BFDC4-16C5-4FA0-BB70-EC6829F0C99D}" type="pres">
      <dgm:prSet presAssocID="{E744F8A6-B1D8-4E03-AD55-87140B635ED7}" presName="node" presStyleLbl="node1" presStyleIdx="3" presStyleCnt="4">
        <dgm:presLayoutVars>
          <dgm:bulletEnabled val="1"/>
        </dgm:presLayoutVars>
      </dgm:prSet>
      <dgm:spPr/>
    </dgm:pt>
    <dgm:pt modelId="{31EDC23D-FDE4-4A34-B8B3-A3DCFB5982F5}" type="pres">
      <dgm:prSet presAssocID="{E744F8A6-B1D8-4E03-AD55-87140B635ED7}" presName="dummy" presStyleCnt="0"/>
      <dgm:spPr/>
    </dgm:pt>
    <dgm:pt modelId="{2ABD43AC-2E27-4D91-82E7-04140FEB1ECF}" type="pres">
      <dgm:prSet presAssocID="{6E411989-8D11-4FC5-8709-572068CED784}" presName="sibTrans" presStyleLbl="sibTrans2D1" presStyleIdx="3" presStyleCnt="4"/>
      <dgm:spPr/>
    </dgm:pt>
  </dgm:ptLst>
  <dgm:cxnLst>
    <dgm:cxn modelId="{CF94D20F-B89A-4ECC-AA2B-03B0BFDDF468}" srcId="{5D6F404A-7FF4-466B-88EC-F302848E7233}" destId="{E744F8A6-B1D8-4E03-AD55-87140B635ED7}" srcOrd="3" destOrd="0" parTransId="{6A415554-24C3-4F3F-A09B-41FEEC8A64F8}" sibTransId="{6E411989-8D11-4FC5-8709-572068CED784}"/>
    <dgm:cxn modelId="{0E46063D-1971-45F8-96B6-A462B54C3855}" type="presOf" srcId="{6E411989-8D11-4FC5-8709-572068CED784}" destId="{2ABD43AC-2E27-4D91-82E7-04140FEB1ECF}" srcOrd="0" destOrd="0" presId="urn:microsoft.com/office/officeart/2005/8/layout/radial6"/>
    <dgm:cxn modelId="{9476275E-1197-4CBE-ACA6-10DE62C24393}" type="presOf" srcId="{5486B01D-E46C-4BC8-99A3-30AFDAD09446}" destId="{41815F60-95AA-432F-A961-C71566A35359}" srcOrd="0" destOrd="0" presId="urn:microsoft.com/office/officeart/2005/8/layout/radial6"/>
    <dgm:cxn modelId="{D4D0814A-1CAB-47E0-872C-DBAFF071C114}" type="presOf" srcId="{95311983-8DAC-48CB-825C-57D80EB38EBB}" destId="{5032CA01-A1EC-47EC-AEA7-DFC2C98513E1}" srcOrd="0" destOrd="0" presId="urn:microsoft.com/office/officeart/2005/8/layout/radial6"/>
    <dgm:cxn modelId="{BB1C2C77-65A6-43AA-9D7F-7444B63E02B2}" srcId="{5D6F404A-7FF4-466B-88EC-F302848E7233}" destId="{7AC5A3F7-4786-4893-96A1-EDD3A695943E}" srcOrd="2" destOrd="0" parTransId="{0C9DC455-9515-40EA-A9CF-CDC1E17C17F5}" sibTransId="{95311983-8DAC-48CB-825C-57D80EB38EBB}"/>
    <dgm:cxn modelId="{3F787B59-A626-48A3-9315-55DD64F26CA1}" srcId="{02329B24-F171-4016-82BD-572670FDB275}" destId="{5D6F404A-7FF4-466B-88EC-F302848E7233}" srcOrd="0" destOrd="0" parTransId="{C0D52DA9-F124-48E1-9F44-C48495AB5DDD}" sibTransId="{C469D962-7095-4303-A689-CFBEB0EE83D3}"/>
    <dgm:cxn modelId="{6FBE0299-B3BA-4D75-BE87-65230A2C4F14}" srcId="{5D6F404A-7FF4-466B-88EC-F302848E7233}" destId="{4DD4EF06-37C6-4EAE-8DBB-F795C64C39A1}" srcOrd="0" destOrd="0" parTransId="{DDB5DCB6-DA68-4F28-A15D-A69B29787ED2}" sibTransId="{73244D35-BDC1-4FDE-8F9C-595EFA869CF6}"/>
    <dgm:cxn modelId="{510E469B-D27E-4BCB-87A3-B915C0C5EC61}" type="presOf" srcId="{7AC5A3F7-4786-4893-96A1-EDD3A695943E}" destId="{3B92023D-5B8D-4A1A-B1C1-3277964B729D}" srcOrd="0" destOrd="0" presId="urn:microsoft.com/office/officeart/2005/8/layout/radial6"/>
    <dgm:cxn modelId="{4776A79B-5FF2-4A65-B6EB-97D48DEB7D17}" type="presOf" srcId="{E744F8A6-B1D8-4E03-AD55-87140B635ED7}" destId="{230BFDC4-16C5-4FA0-BB70-EC6829F0C99D}" srcOrd="0" destOrd="0" presId="urn:microsoft.com/office/officeart/2005/8/layout/radial6"/>
    <dgm:cxn modelId="{D41C6DB4-E47A-4CE1-936E-DE42445785AF}" type="presOf" srcId="{4DD4EF06-37C6-4EAE-8DBB-F795C64C39A1}" destId="{0AB678E2-D60A-43B9-A11C-7FEC1217BC42}" srcOrd="0" destOrd="0" presId="urn:microsoft.com/office/officeart/2005/8/layout/radial6"/>
    <dgm:cxn modelId="{7630EEB4-3B56-4E31-BB1C-5F7A871160CC}" srcId="{5D6F404A-7FF4-466B-88EC-F302848E7233}" destId="{D2CC0C5F-3B49-49FE-B881-E86CDE9A5D5D}" srcOrd="1" destOrd="0" parTransId="{FFDE4A83-A570-47D6-AEE7-775C6B77458E}" sibTransId="{5486B01D-E46C-4BC8-99A3-30AFDAD09446}"/>
    <dgm:cxn modelId="{02D501D2-58F5-4E65-AFB2-195C4E237CD8}" type="presOf" srcId="{D2CC0C5F-3B49-49FE-B881-E86CDE9A5D5D}" destId="{25BA9BC0-72C5-4B46-95B5-2DB039745027}" srcOrd="0" destOrd="0" presId="urn:microsoft.com/office/officeart/2005/8/layout/radial6"/>
    <dgm:cxn modelId="{0E1883DD-FF1C-4744-8C0B-10195B821E7E}" type="presOf" srcId="{02329B24-F171-4016-82BD-572670FDB275}" destId="{01DE792A-FA06-4CE3-91BA-2FA213C4CCCF}" srcOrd="0" destOrd="0" presId="urn:microsoft.com/office/officeart/2005/8/layout/radial6"/>
    <dgm:cxn modelId="{491C4EE5-960E-4C00-847D-ADEAB91F0A6E}" type="presOf" srcId="{5D6F404A-7FF4-466B-88EC-F302848E7233}" destId="{DE199DB6-ABBE-4C01-8749-B5FCB2FDF82A}" srcOrd="0" destOrd="0" presId="urn:microsoft.com/office/officeart/2005/8/layout/radial6"/>
    <dgm:cxn modelId="{3734F2F4-9545-443B-AD56-4036B428EB0E}" type="presOf" srcId="{73244D35-BDC1-4FDE-8F9C-595EFA869CF6}" destId="{A656EB90-D73B-422E-9B88-C1EA63FA0AB6}" srcOrd="0" destOrd="0" presId="urn:microsoft.com/office/officeart/2005/8/layout/radial6"/>
    <dgm:cxn modelId="{6127B0F5-582E-4EA8-8542-5BE2749D774B}" type="presParOf" srcId="{01DE792A-FA06-4CE3-91BA-2FA213C4CCCF}" destId="{DE199DB6-ABBE-4C01-8749-B5FCB2FDF82A}" srcOrd="0" destOrd="0" presId="urn:microsoft.com/office/officeart/2005/8/layout/radial6"/>
    <dgm:cxn modelId="{C59F3A97-E039-4E0A-8278-39C2C7DF361A}" type="presParOf" srcId="{01DE792A-FA06-4CE3-91BA-2FA213C4CCCF}" destId="{0AB678E2-D60A-43B9-A11C-7FEC1217BC42}" srcOrd="1" destOrd="0" presId="urn:microsoft.com/office/officeart/2005/8/layout/radial6"/>
    <dgm:cxn modelId="{C95C0C98-3A20-457C-8975-9E4848C23540}" type="presParOf" srcId="{01DE792A-FA06-4CE3-91BA-2FA213C4CCCF}" destId="{33F9584A-44C1-4AFF-BDC9-113E7A684622}" srcOrd="2" destOrd="0" presId="urn:microsoft.com/office/officeart/2005/8/layout/radial6"/>
    <dgm:cxn modelId="{ABB2948C-8351-4B04-98A3-14335CE77B84}" type="presParOf" srcId="{01DE792A-FA06-4CE3-91BA-2FA213C4CCCF}" destId="{A656EB90-D73B-422E-9B88-C1EA63FA0AB6}" srcOrd="3" destOrd="0" presId="urn:microsoft.com/office/officeart/2005/8/layout/radial6"/>
    <dgm:cxn modelId="{BFA15D40-6D29-493F-B1E7-C5A607677FBD}" type="presParOf" srcId="{01DE792A-FA06-4CE3-91BA-2FA213C4CCCF}" destId="{25BA9BC0-72C5-4B46-95B5-2DB039745027}" srcOrd="4" destOrd="0" presId="urn:microsoft.com/office/officeart/2005/8/layout/radial6"/>
    <dgm:cxn modelId="{FD424725-CB2B-4A45-A33E-54CEAD84B4A9}" type="presParOf" srcId="{01DE792A-FA06-4CE3-91BA-2FA213C4CCCF}" destId="{40CEA264-AE69-402A-A33E-C86EAFEFE1B7}" srcOrd="5" destOrd="0" presId="urn:microsoft.com/office/officeart/2005/8/layout/radial6"/>
    <dgm:cxn modelId="{EC69E773-C7EA-4728-827C-4A044C617B6D}" type="presParOf" srcId="{01DE792A-FA06-4CE3-91BA-2FA213C4CCCF}" destId="{41815F60-95AA-432F-A961-C71566A35359}" srcOrd="6" destOrd="0" presId="urn:microsoft.com/office/officeart/2005/8/layout/radial6"/>
    <dgm:cxn modelId="{B2215EBB-7DD2-4B89-BAD9-4690FED518FD}" type="presParOf" srcId="{01DE792A-FA06-4CE3-91BA-2FA213C4CCCF}" destId="{3B92023D-5B8D-4A1A-B1C1-3277964B729D}" srcOrd="7" destOrd="0" presId="urn:microsoft.com/office/officeart/2005/8/layout/radial6"/>
    <dgm:cxn modelId="{22F2EE16-D4A1-471F-90FE-568CC72C5947}" type="presParOf" srcId="{01DE792A-FA06-4CE3-91BA-2FA213C4CCCF}" destId="{A882AA0E-D00F-4BB1-A4A0-42EA74BF1CEF}" srcOrd="8" destOrd="0" presId="urn:microsoft.com/office/officeart/2005/8/layout/radial6"/>
    <dgm:cxn modelId="{8108DBEB-91B9-4639-8A1A-30433B09570C}" type="presParOf" srcId="{01DE792A-FA06-4CE3-91BA-2FA213C4CCCF}" destId="{5032CA01-A1EC-47EC-AEA7-DFC2C98513E1}" srcOrd="9" destOrd="0" presId="urn:microsoft.com/office/officeart/2005/8/layout/radial6"/>
    <dgm:cxn modelId="{7E304FEA-0EBC-42A2-8993-F6F768DDD0B2}" type="presParOf" srcId="{01DE792A-FA06-4CE3-91BA-2FA213C4CCCF}" destId="{230BFDC4-16C5-4FA0-BB70-EC6829F0C99D}" srcOrd="10" destOrd="0" presId="urn:microsoft.com/office/officeart/2005/8/layout/radial6"/>
    <dgm:cxn modelId="{8910C865-BB41-4A85-8B93-5CC7D9864D26}" type="presParOf" srcId="{01DE792A-FA06-4CE3-91BA-2FA213C4CCCF}" destId="{31EDC23D-FDE4-4A34-B8B3-A3DCFB5982F5}" srcOrd="11" destOrd="0" presId="urn:microsoft.com/office/officeart/2005/8/layout/radial6"/>
    <dgm:cxn modelId="{714117FA-D084-4669-95EC-DE5967CFC76E}" type="presParOf" srcId="{01DE792A-FA06-4CE3-91BA-2FA213C4CCCF}" destId="{2ABD43AC-2E27-4D91-82E7-04140FEB1ECF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CFE4B-0655-4C67-80AF-8271CC4CDD35}">
      <dsp:nvSpPr>
        <dsp:cNvPr id="0" name=""/>
        <dsp:cNvSpPr/>
      </dsp:nvSpPr>
      <dsp:spPr>
        <a:xfrm>
          <a:off x="4228703" y="2493160"/>
          <a:ext cx="308818" cy="24108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0809"/>
              </a:lnTo>
              <a:lnTo>
                <a:pt x="308818" y="241080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2843CD-DD45-4279-ADEC-FA0732813C28}">
      <dsp:nvSpPr>
        <dsp:cNvPr id="0" name=""/>
        <dsp:cNvSpPr/>
      </dsp:nvSpPr>
      <dsp:spPr>
        <a:xfrm>
          <a:off x="4228703" y="2493160"/>
          <a:ext cx="308818" cy="949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9070"/>
              </a:lnTo>
              <a:lnTo>
                <a:pt x="308818" y="9490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EEF197-F271-495A-BD93-7DD81AC0AF9B}">
      <dsp:nvSpPr>
        <dsp:cNvPr id="0" name=""/>
        <dsp:cNvSpPr/>
      </dsp:nvSpPr>
      <dsp:spPr>
        <a:xfrm>
          <a:off x="3806651" y="1031420"/>
          <a:ext cx="1245567" cy="4323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172"/>
              </a:lnTo>
              <a:lnTo>
                <a:pt x="1245567" y="216172"/>
              </a:lnTo>
              <a:lnTo>
                <a:pt x="1245567" y="4323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7C2F8C-EC35-4D7B-AC9F-25635042040E}">
      <dsp:nvSpPr>
        <dsp:cNvPr id="0" name=""/>
        <dsp:cNvSpPr/>
      </dsp:nvSpPr>
      <dsp:spPr>
        <a:xfrm>
          <a:off x="1737568" y="2493160"/>
          <a:ext cx="308818" cy="24108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0809"/>
              </a:lnTo>
              <a:lnTo>
                <a:pt x="308818" y="241080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2B505C-7B18-436D-A4A8-9E207E31CCE6}">
      <dsp:nvSpPr>
        <dsp:cNvPr id="0" name=""/>
        <dsp:cNvSpPr/>
      </dsp:nvSpPr>
      <dsp:spPr>
        <a:xfrm>
          <a:off x="1737568" y="2493160"/>
          <a:ext cx="308818" cy="949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9070"/>
              </a:lnTo>
              <a:lnTo>
                <a:pt x="308818" y="9490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A6CCC9-7DA5-4D03-980B-A514D0506C25}">
      <dsp:nvSpPr>
        <dsp:cNvPr id="0" name=""/>
        <dsp:cNvSpPr/>
      </dsp:nvSpPr>
      <dsp:spPr>
        <a:xfrm>
          <a:off x="2561083" y="1031420"/>
          <a:ext cx="1245567" cy="432345"/>
        </a:xfrm>
        <a:custGeom>
          <a:avLst/>
          <a:gdLst/>
          <a:ahLst/>
          <a:cxnLst/>
          <a:rect l="0" t="0" r="0" b="0"/>
          <a:pathLst>
            <a:path>
              <a:moveTo>
                <a:pt x="1245567" y="0"/>
              </a:moveTo>
              <a:lnTo>
                <a:pt x="1245567" y="216172"/>
              </a:lnTo>
              <a:lnTo>
                <a:pt x="0" y="216172"/>
              </a:lnTo>
              <a:lnTo>
                <a:pt x="0" y="4323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44B1ED-9145-44AF-BB04-C3BC44F4D729}">
      <dsp:nvSpPr>
        <dsp:cNvPr id="0" name=""/>
        <dsp:cNvSpPr/>
      </dsp:nvSpPr>
      <dsp:spPr>
        <a:xfrm>
          <a:off x="2777256" y="2025"/>
          <a:ext cx="2058789" cy="1029394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General objective</a:t>
          </a:r>
          <a:endParaRPr lang="en-DE" sz="3100" kern="1200" dirty="0"/>
        </a:p>
      </dsp:txBody>
      <dsp:txXfrm>
        <a:off x="2777256" y="2025"/>
        <a:ext cx="2058789" cy="1029394"/>
      </dsp:txXfrm>
    </dsp:sp>
    <dsp:sp modelId="{ED4578A8-9871-4369-967C-A649A0CC7412}">
      <dsp:nvSpPr>
        <dsp:cNvPr id="0" name=""/>
        <dsp:cNvSpPr/>
      </dsp:nvSpPr>
      <dsp:spPr>
        <a:xfrm>
          <a:off x="1531689" y="1463766"/>
          <a:ext cx="2058789" cy="1029394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Learning objective 1</a:t>
          </a:r>
          <a:endParaRPr lang="en-DE" sz="3100" kern="1200" dirty="0"/>
        </a:p>
      </dsp:txBody>
      <dsp:txXfrm>
        <a:off x="1531689" y="1463766"/>
        <a:ext cx="2058789" cy="1029394"/>
      </dsp:txXfrm>
    </dsp:sp>
    <dsp:sp modelId="{2225B029-D4E5-4C23-9E68-7E432BE2EB2E}">
      <dsp:nvSpPr>
        <dsp:cNvPr id="0" name=""/>
        <dsp:cNvSpPr/>
      </dsp:nvSpPr>
      <dsp:spPr>
        <a:xfrm>
          <a:off x="2046386" y="2927534"/>
          <a:ext cx="2058789" cy="1029394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Learning objective 1a</a:t>
          </a:r>
          <a:endParaRPr lang="en-DE" sz="3100" kern="1200" dirty="0"/>
        </a:p>
      </dsp:txBody>
      <dsp:txXfrm>
        <a:off x="2046386" y="2927534"/>
        <a:ext cx="2058789" cy="1029394"/>
      </dsp:txXfrm>
    </dsp:sp>
    <dsp:sp modelId="{35E417BD-50C4-418A-A51A-D6E9D51C51B7}">
      <dsp:nvSpPr>
        <dsp:cNvPr id="0" name=""/>
        <dsp:cNvSpPr/>
      </dsp:nvSpPr>
      <dsp:spPr>
        <a:xfrm>
          <a:off x="2046386" y="4389272"/>
          <a:ext cx="2058789" cy="1029394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Learning objective 1b</a:t>
          </a:r>
          <a:endParaRPr lang="en-DE" sz="3100" kern="1200" dirty="0"/>
        </a:p>
      </dsp:txBody>
      <dsp:txXfrm>
        <a:off x="2046386" y="4389272"/>
        <a:ext cx="2058789" cy="1029394"/>
      </dsp:txXfrm>
    </dsp:sp>
    <dsp:sp modelId="{2B6541D2-3647-403E-92F0-964CE4116F8F}">
      <dsp:nvSpPr>
        <dsp:cNvPr id="0" name=""/>
        <dsp:cNvSpPr/>
      </dsp:nvSpPr>
      <dsp:spPr>
        <a:xfrm>
          <a:off x="4022824" y="1463766"/>
          <a:ext cx="2058789" cy="1029394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Learning objective 2</a:t>
          </a:r>
          <a:endParaRPr lang="en-DE" sz="3100" kern="1200" dirty="0"/>
        </a:p>
      </dsp:txBody>
      <dsp:txXfrm>
        <a:off x="4022824" y="1463766"/>
        <a:ext cx="2058789" cy="1029394"/>
      </dsp:txXfrm>
    </dsp:sp>
    <dsp:sp modelId="{5D94BC3F-FA69-4242-A0BD-0F27A705B565}">
      <dsp:nvSpPr>
        <dsp:cNvPr id="0" name=""/>
        <dsp:cNvSpPr/>
      </dsp:nvSpPr>
      <dsp:spPr>
        <a:xfrm>
          <a:off x="4537521" y="2927534"/>
          <a:ext cx="2058789" cy="1029394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Learning objective 2a</a:t>
          </a:r>
          <a:endParaRPr lang="en-DE" sz="3100" kern="1200" dirty="0"/>
        </a:p>
      </dsp:txBody>
      <dsp:txXfrm>
        <a:off x="4537521" y="2927534"/>
        <a:ext cx="2058789" cy="1029394"/>
      </dsp:txXfrm>
    </dsp:sp>
    <dsp:sp modelId="{D2F9BFB7-881B-4B61-964F-4D45769304F6}">
      <dsp:nvSpPr>
        <dsp:cNvPr id="0" name=""/>
        <dsp:cNvSpPr/>
      </dsp:nvSpPr>
      <dsp:spPr>
        <a:xfrm>
          <a:off x="4537521" y="4389272"/>
          <a:ext cx="2058789" cy="1029394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Learning objective 2b</a:t>
          </a:r>
          <a:endParaRPr lang="en-DE" sz="3100" kern="1200" dirty="0"/>
        </a:p>
      </dsp:txBody>
      <dsp:txXfrm>
        <a:off x="4537521" y="4389272"/>
        <a:ext cx="2058789" cy="10293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578C2-12F0-42B6-85E1-C6DFC8B6EE19}">
      <dsp:nvSpPr>
        <dsp:cNvPr id="0" name=""/>
        <dsp:cNvSpPr/>
      </dsp:nvSpPr>
      <dsp:spPr>
        <a:xfrm>
          <a:off x="2661046" y="1572"/>
          <a:ext cx="2805906" cy="1402953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Learning objectives/outcomes</a:t>
          </a:r>
          <a:endParaRPr lang="en-DE" sz="2300" kern="1200" dirty="0"/>
        </a:p>
      </dsp:txBody>
      <dsp:txXfrm>
        <a:off x="2702137" y="42663"/>
        <a:ext cx="2723724" cy="1320771"/>
      </dsp:txXfrm>
    </dsp:sp>
    <dsp:sp modelId="{9177BFEE-FFC2-43BD-B4E9-23F76865E600}">
      <dsp:nvSpPr>
        <dsp:cNvPr id="0" name=""/>
        <dsp:cNvSpPr/>
      </dsp:nvSpPr>
      <dsp:spPr>
        <a:xfrm rot="3600000">
          <a:off x="4491365" y="2463816"/>
          <a:ext cx="1461927" cy="491033"/>
        </a:xfrm>
        <a:prstGeom prst="leftRightArrow">
          <a:avLst>
            <a:gd name="adj1" fmla="val 60000"/>
            <a:gd name="adj2" fmla="val 50000"/>
          </a:avLst>
        </a:prstGeom>
        <a:solidFill>
          <a:schemeClr val="bg1">
            <a:lumMod val="6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800" kern="1200"/>
        </a:p>
      </dsp:txBody>
      <dsp:txXfrm>
        <a:off x="4638675" y="2562023"/>
        <a:ext cx="1167307" cy="294619"/>
      </dsp:txXfrm>
    </dsp:sp>
    <dsp:sp modelId="{58164B1D-5977-476F-8C7F-F6AF27480BDD}">
      <dsp:nvSpPr>
        <dsp:cNvPr id="0" name=""/>
        <dsp:cNvSpPr/>
      </dsp:nvSpPr>
      <dsp:spPr>
        <a:xfrm>
          <a:off x="4977704" y="4014141"/>
          <a:ext cx="2805906" cy="1402953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Teaching/learning activities</a:t>
          </a:r>
          <a:endParaRPr lang="en-DE" sz="2300" kern="1200" dirty="0"/>
        </a:p>
      </dsp:txBody>
      <dsp:txXfrm>
        <a:off x="5018795" y="4055232"/>
        <a:ext cx="2723724" cy="1320771"/>
      </dsp:txXfrm>
    </dsp:sp>
    <dsp:sp modelId="{8745F95D-48C0-44B3-8A68-21E2672B2C91}">
      <dsp:nvSpPr>
        <dsp:cNvPr id="0" name=""/>
        <dsp:cNvSpPr/>
      </dsp:nvSpPr>
      <dsp:spPr>
        <a:xfrm rot="10800000">
          <a:off x="3333036" y="4470101"/>
          <a:ext cx="1461927" cy="491033"/>
        </a:xfrm>
        <a:prstGeom prst="leftRightArrow">
          <a:avLst>
            <a:gd name="adj1" fmla="val 60000"/>
            <a:gd name="adj2" fmla="val 50000"/>
          </a:avLst>
        </a:prstGeom>
        <a:solidFill>
          <a:schemeClr val="bg1">
            <a:lumMod val="6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800" kern="1200"/>
        </a:p>
      </dsp:txBody>
      <dsp:txXfrm rot="10800000">
        <a:off x="3480346" y="4568308"/>
        <a:ext cx="1167307" cy="294619"/>
      </dsp:txXfrm>
    </dsp:sp>
    <dsp:sp modelId="{E161C38D-AFB8-46DE-A3DC-64F05DC6EEFE}">
      <dsp:nvSpPr>
        <dsp:cNvPr id="0" name=""/>
        <dsp:cNvSpPr/>
      </dsp:nvSpPr>
      <dsp:spPr>
        <a:xfrm>
          <a:off x="344389" y="4014141"/>
          <a:ext cx="2805906" cy="1402953"/>
        </a:xfrm>
        <a:prstGeom prst="roundRect">
          <a:avLst>
            <a:gd name="adj" fmla="val 10000"/>
          </a:avLst>
        </a:prstGeom>
        <a:solidFill>
          <a:schemeClr val="accent4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Assessment </a:t>
          </a:r>
          <a:br>
            <a:rPr lang="en-US" sz="2300" kern="1200" dirty="0"/>
          </a:br>
          <a:r>
            <a:rPr lang="en-US" sz="2300" kern="1200" dirty="0"/>
            <a:t>tasks</a:t>
          </a:r>
          <a:endParaRPr lang="en-DE" sz="2300" kern="1200" dirty="0"/>
        </a:p>
      </dsp:txBody>
      <dsp:txXfrm>
        <a:off x="385480" y="4055232"/>
        <a:ext cx="2723724" cy="1320771"/>
      </dsp:txXfrm>
    </dsp:sp>
    <dsp:sp modelId="{69C93C67-CD3A-482F-BCD4-4A055E071382}">
      <dsp:nvSpPr>
        <dsp:cNvPr id="0" name=""/>
        <dsp:cNvSpPr/>
      </dsp:nvSpPr>
      <dsp:spPr>
        <a:xfrm rot="18000000">
          <a:off x="2174707" y="2463816"/>
          <a:ext cx="1461927" cy="491033"/>
        </a:xfrm>
        <a:prstGeom prst="leftRightArrow">
          <a:avLst>
            <a:gd name="adj1" fmla="val 60000"/>
            <a:gd name="adj2" fmla="val 50000"/>
          </a:avLst>
        </a:prstGeom>
        <a:solidFill>
          <a:schemeClr val="bg1">
            <a:lumMod val="6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DE" sz="1800" kern="1200"/>
        </a:p>
      </dsp:txBody>
      <dsp:txXfrm>
        <a:off x="2322017" y="2562023"/>
        <a:ext cx="1167307" cy="2946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D43AC-2E27-4D91-82E7-04140FEB1ECF}">
      <dsp:nvSpPr>
        <dsp:cNvPr id="0" name=""/>
        <dsp:cNvSpPr/>
      </dsp:nvSpPr>
      <dsp:spPr>
        <a:xfrm>
          <a:off x="1980380" y="625714"/>
          <a:ext cx="4167238" cy="4167238"/>
        </a:xfrm>
        <a:prstGeom prst="blockArc">
          <a:avLst>
            <a:gd name="adj1" fmla="val 10800000"/>
            <a:gd name="adj2" fmla="val 16200000"/>
            <a:gd name="adj3" fmla="val 464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2CA01-A1EC-47EC-AEA7-DFC2C98513E1}">
      <dsp:nvSpPr>
        <dsp:cNvPr id="0" name=""/>
        <dsp:cNvSpPr/>
      </dsp:nvSpPr>
      <dsp:spPr>
        <a:xfrm>
          <a:off x="1980380" y="625714"/>
          <a:ext cx="4167238" cy="4167238"/>
        </a:xfrm>
        <a:prstGeom prst="blockArc">
          <a:avLst>
            <a:gd name="adj1" fmla="val 5400000"/>
            <a:gd name="adj2" fmla="val 10800000"/>
            <a:gd name="adj3" fmla="val 464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815F60-95AA-432F-A961-C71566A35359}">
      <dsp:nvSpPr>
        <dsp:cNvPr id="0" name=""/>
        <dsp:cNvSpPr/>
      </dsp:nvSpPr>
      <dsp:spPr>
        <a:xfrm>
          <a:off x="1980380" y="625714"/>
          <a:ext cx="4167238" cy="4167238"/>
        </a:xfrm>
        <a:prstGeom prst="blockArc">
          <a:avLst>
            <a:gd name="adj1" fmla="val 0"/>
            <a:gd name="adj2" fmla="val 5400000"/>
            <a:gd name="adj3" fmla="val 464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6EB90-D73B-422E-9B88-C1EA63FA0AB6}">
      <dsp:nvSpPr>
        <dsp:cNvPr id="0" name=""/>
        <dsp:cNvSpPr/>
      </dsp:nvSpPr>
      <dsp:spPr>
        <a:xfrm>
          <a:off x="1980380" y="625714"/>
          <a:ext cx="4167238" cy="4167238"/>
        </a:xfrm>
        <a:prstGeom prst="blockArc">
          <a:avLst>
            <a:gd name="adj1" fmla="val 16200000"/>
            <a:gd name="adj2" fmla="val 0"/>
            <a:gd name="adj3" fmla="val 464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99DB6-ABBE-4C01-8749-B5FCB2FDF82A}">
      <dsp:nvSpPr>
        <dsp:cNvPr id="0" name=""/>
        <dsp:cNvSpPr/>
      </dsp:nvSpPr>
      <dsp:spPr>
        <a:xfrm>
          <a:off x="3104554" y="1749888"/>
          <a:ext cx="1918890" cy="1918890"/>
        </a:xfrm>
        <a:prstGeom prst="ellipse">
          <a:avLst/>
        </a:prstGeom>
        <a:solidFill>
          <a:srgbClr val="0070C0"/>
        </a:solidFill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Formulating learning objectives</a:t>
          </a:r>
          <a:endParaRPr lang="en-DE" sz="2000" kern="1200" dirty="0"/>
        </a:p>
      </dsp:txBody>
      <dsp:txXfrm>
        <a:off x="3385569" y="2030903"/>
        <a:ext cx="1356860" cy="1356860"/>
      </dsp:txXfrm>
    </dsp:sp>
    <dsp:sp modelId="{0AB678E2-D60A-43B9-A11C-7FEC1217BC42}">
      <dsp:nvSpPr>
        <dsp:cNvPr id="0" name=""/>
        <dsp:cNvSpPr/>
      </dsp:nvSpPr>
      <dsp:spPr>
        <a:xfrm>
          <a:off x="3392388" y="2458"/>
          <a:ext cx="1343223" cy="1343223"/>
        </a:xfrm>
        <a:prstGeom prst="ellipse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START:</a:t>
          </a:r>
          <a:br>
            <a:rPr lang="en-US" sz="1500" kern="1200" dirty="0"/>
          </a:br>
          <a:r>
            <a:rPr lang="en-US" sz="1500" kern="1200" dirty="0"/>
            <a:t>Who is your audience?</a:t>
          </a:r>
          <a:endParaRPr lang="en-DE" sz="1500" kern="1200" dirty="0"/>
        </a:p>
      </dsp:txBody>
      <dsp:txXfrm>
        <a:off x="3589098" y="199168"/>
        <a:ext cx="949803" cy="949803"/>
      </dsp:txXfrm>
    </dsp:sp>
    <dsp:sp modelId="{25BA9BC0-72C5-4B46-95B5-2DB039745027}">
      <dsp:nvSpPr>
        <dsp:cNvPr id="0" name=""/>
        <dsp:cNvSpPr/>
      </dsp:nvSpPr>
      <dsp:spPr>
        <a:xfrm>
          <a:off x="5427651" y="2037721"/>
          <a:ext cx="1343223" cy="1343223"/>
        </a:xfrm>
        <a:prstGeom prst="ellipse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Emphasis on active verb</a:t>
          </a:r>
          <a:endParaRPr lang="en-DE" sz="1500" kern="1200" dirty="0"/>
        </a:p>
      </dsp:txBody>
      <dsp:txXfrm>
        <a:off x="5624361" y="2234431"/>
        <a:ext cx="949803" cy="949803"/>
      </dsp:txXfrm>
    </dsp:sp>
    <dsp:sp modelId="{3B92023D-5B8D-4A1A-B1C1-3277964B729D}">
      <dsp:nvSpPr>
        <dsp:cNvPr id="0" name=""/>
        <dsp:cNvSpPr/>
      </dsp:nvSpPr>
      <dsp:spPr>
        <a:xfrm>
          <a:off x="3392388" y="4072985"/>
          <a:ext cx="1343223" cy="1343223"/>
        </a:xfrm>
        <a:prstGeom prst="ellipse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Outcome matches available timeframe</a:t>
          </a:r>
          <a:endParaRPr lang="en-DE" sz="1500" kern="1200" dirty="0"/>
        </a:p>
      </dsp:txBody>
      <dsp:txXfrm>
        <a:off x="3589098" y="4269695"/>
        <a:ext cx="949803" cy="949803"/>
      </dsp:txXfrm>
    </dsp:sp>
    <dsp:sp modelId="{230BFDC4-16C5-4FA0-BB70-EC6829F0C99D}">
      <dsp:nvSpPr>
        <dsp:cNvPr id="0" name=""/>
        <dsp:cNvSpPr/>
      </dsp:nvSpPr>
      <dsp:spPr>
        <a:xfrm>
          <a:off x="1357124" y="2037721"/>
          <a:ext cx="1343223" cy="1343223"/>
        </a:xfrm>
        <a:prstGeom prst="ellipse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Learning outcomes are measurable</a:t>
          </a:r>
          <a:endParaRPr lang="en-DE" sz="1500" kern="1200" dirty="0"/>
        </a:p>
      </dsp:txBody>
      <dsp:txXfrm>
        <a:off x="1553834" y="2234431"/>
        <a:ext cx="949803" cy="949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000ED-51D8-449C-AFC2-25DE0434CE7E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93AAB-F103-41EB-8E90-7337736D567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1182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constructional-alignment.png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3AAB-F103-41EB-8E90-7337736D567F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41240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constructional-alignment.png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93AAB-F103-41EB-8E90-7337736D567F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21338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07E36C-1118-45A0-A003-A2013698D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0B7678-195B-4219-A4B4-B17EB0607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C10BC1-D94A-43B1-9906-363CC1DEE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8F4-ADA4-43FC-8B43-53E1DEB96ED0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8052BF-8F87-4CC4-AC1F-500BF531F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1AAF00-13F1-4A3E-A8F8-5FB13D3D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751AD-47B7-40CC-B99B-4564C4CF8D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489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FA9071-CE6B-4A64-927E-B79F50271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FF482E-A2EC-426A-ABBA-D7500E08C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2A014E-BFCB-45DC-9A99-E7889AF6F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8F4-ADA4-43FC-8B43-53E1DEB96ED0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3EF0B1-5958-47E0-BCA4-D4439D8C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57769B-5145-445F-88DB-CC93FA55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751AD-47B7-40CC-B99B-4564C4CF8D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7572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641AE2-E505-406C-BEB8-6C023E57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6867FB-6EF4-48B4-8EE9-32BA7D66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102C7C-0AC6-416F-9681-035A1016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8F4-ADA4-43FC-8B43-53E1DEB96ED0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2A37E4-F6A6-4221-920E-B73F6351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42228B-3F38-4187-8916-C4A04979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751AD-47B7-40CC-B99B-4564C4CF8D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051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FDCDED-DC3D-468A-8F17-532B6542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49C865-A690-40F9-B8AF-9A6A0D4A4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86489CC-B8DD-44A4-8F4C-8B8941308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D156D4-B52C-4E1B-9546-7EDA3BCC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8F4-ADA4-43FC-8B43-53E1DEB96ED0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808952-5EAC-48AE-B88C-9A050CF8A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1F2831-C5FA-47B3-8CB3-2A443631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751AD-47B7-40CC-B99B-4564C4CF8D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218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C448B6-784D-456F-AFBA-D11ADFD27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EBC6BD-C212-4D2F-B217-9EE052C60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5777F5-572B-44AC-BBED-C692D7462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E792C53-F472-485B-A984-7F2E57D74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61EB8D-E809-4D87-94A7-E11B88C35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1D1E988-03C7-4A15-8F42-265A555F6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8F4-ADA4-43FC-8B43-53E1DEB96ED0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669C600-6844-42D5-9DF0-CEA9228E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6469C58-1077-41BC-A0F7-A2B1E53D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751AD-47B7-40CC-B99B-4564C4CF8D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74314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7F2354-3A26-49CE-95D4-11CEC3D44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96381A-2B23-49D3-A900-B8A5F2C6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8F4-ADA4-43FC-8B43-53E1DEB96ED0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760BA3-947D-4557-BAAC-351B3EA2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1EEBA3-0DC2-45CD-BEFF-205AFB3D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751AD-47B7-40CC-B99B-4564C4CF8D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6108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385E938-2E3C-45F3-BC90-204B4A46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8F4-ADA4-43FC-8B43-53E1DEB96ED0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BA7616B-F9F6-4963-B6FD-5F3B47DAD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5FDC48-A476-47BA-ACB9-484CECDF1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751AD-47B7-40CC-B99B-4564C4CF8D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7965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300A8E-6242-4650-9A5E-73801424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BB55E5-BC2E-4069-89FB-E860EE9E2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25717B-890D-41AB-9E72-4E5CDA69D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1BF9E5-73DB-41E8-AF58-45C64BDF9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8F4-ADA4-43FC-8B43-53E1DEB96ED0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A1F3AB-B77B-4657-BFDE-02F8E3DF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17CCFB-E76B-4C5D-8BE4-A90B6C4BF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751AD-47B7-40CC-B99B-4564C4CF8D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92562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F1ECCB-889F-443F-B2C7-3E30E615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C8C8731-6B53-41BD-9570-C67C7F4A7C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F6F04B6-A5EF-4105-AE7E-4C6114A4D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3D1354-7140-4DF9-8335-96AA528D1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8F4-ADA4-43FC-8B43-53E1DEB96ED0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53F919-341B-439A-AABB-810EF27ED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3AC271-A00A-4785-8EAB-92CA72E5F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751AD-47B7-40CC-B99B-4564C4CF8D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69780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C4CB5A-8392-4106-BA40-97F614749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B771EE4-49E1-4ACF-A8B4-911509937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C0193C-1E47-4A8D-8263-6FCFE483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8F4-ADA4-43FC-8B43-53E1DEB96ED0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C8DE3A-13D6-4330-BB35-B31A2BD3A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20C946-FFE6-4729-B388-69DDD20D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751AD-47B7-40CC-B99B-4564C4CF8D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7305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C0073A8-8560-487D-AB07-A8DE41439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DE1BC1-59AA-4020-A9BF-653BB21DC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3FEE2D-2F5F-454D-97BE-483C48216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08F4-ADA4-43FC-8B43-53E1DEB96ED0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3E4F6C-325B-48BD-B58D-49E42CFD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917BD6-AB9F-4C9C-9BB9-ED03124D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751AD-47B7-40CC-B99B-4564C4CF8D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603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165E93B-4549-4614-B67C-DBFB95023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5D8AE7-B6F1-4631-A661-5959A85E6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937035-1477-48D0-91DC-16EC6A81D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E08F4-ADA4-43FC-8B43-53E1DEB96ED0}" type="datetimeFigureOut">
              <a:rPr lang="en-DE" smtClean="0"/>
              <a:t>15/05/2025</a:t>
            </a:fld>
            <a:endParaRPr lang="en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3059DF-AA69-45D1-9E1E-8489209C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56A463-D634-4DCC-8E62-74E8DCA85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751AD-47B7-40CC-B99B-4564C4CF8D0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67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371397-0514-4169-997E-9AEDEA5BB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1" y="3109118"/>
            <a:ext cx="1329265" cy="9276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no teaching experience</a:t>
            </a:r>
            <a:endParaRPr lang="en-DE" sz="2000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7A09864-E812-41C7-B963-0289C7C8E6E9}"/>
              </a:ext>
            </a:extLst>
          </p:cNvPr>
          <p:cNvCxnSpPr/>
          <p:nvPr/>
        </p:nvCxnSpPr>
        <p:spPr>
          <a:xfrm>
            <a:off x="1964266" y="3572933"/>
            <a:ext cx="826346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59FD265-EC3D-48AB-8E5E-E4A9ED8F4BA9}"/>
              </a:ext>
            </a:extLst>
          </p:cNvPr>
          <p:cNvSpPr txBox="1">
            <a:spLocks/>
          </p:cNvSpPr>
          <p:nvPr/>
        </p:nvSpPr>
        <p:spPr>
          <a:xfrm>
            <a:off x="10176930" y="3109118"/>
            <a:ext cx="1397000" cy="927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/>
              <a:t>a lot of teaching experience</a:t>
            </a:r>
            <a:endParaRPr lang="en-DE" sz="2000" dirty="0"/>
          </a:p>
        </p:txBody>
      </p:sp>
      <p:pic>
        <p:nvPicPr>
          <p:cNvPr id="1026" name="Picture 2" descr="Experience Expert icon in SVG, PNG formats">
            <a:extLst>
              <a:ext uri="{FF2B5EF4-FFF2-40B4-BE49-F238E27FC236}">
                <a16:creationId xmlns:a16="http://schemas.microsoft.com/office/drawing/2014/main" id="{4C9C4BA9-3506-4905-A217-E62BEF262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498" y="1699419"/>
            <a:ext cx="1701800" cy="170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35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371397-0514-4169-997E-9AEDEA5BB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9" y="3109118"/>
            <a:ext cx="1540933" cy="9276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Not thought about didactics yet</a:t>
            </a:r>
            <a:endParaRPr lang="en-DE" sz="2000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7A09864-E812-41C7-B963-0289C7C8E6E9}"/>
              </a:ext>
            </a:extLst>
          </p:cNvPr>
          <p:cNvCxnSpPr/>
          <p:nvPr/>
        </p:nvCxnSpPr>
        <p:spPr>
          <a:xfrm>
            <a:off x="1964266" y="3572933"/>
            <a:ext cx="826346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59FD265-EC3D-48AB-8E5E-E4A9ED8F4BA9}"/>
              </a:ext>
            </a:extLst>
          </p:cNvPr>
          <p:cNvSpPr txBox="1">
            <a:spLocks/>
          </p:cNvSpPr>
          <p:nvPr/>
        </p:nvSpPr>
        <p:spPr>
          <a:xfrm>
            <a:off x="10227733" y="3119436"/>
            <a:ext cx="1397000" cy="927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/>
              <a:t>Routinely think about didactics</a:t>
            </a:r>
            <a:endParaRPr lang="en-DE" sz="2000" dirty="0"/>
          </a:p>
        </p:txBody>
      </p:sp>
      <p:sp>
        <p:nvSpPr>
          <p:cNvPr id="2" name="Denkblase: wolkenförmig 1">
            <a:extLst>
              <a:ext uri="{FF2B5EF4-FFF2-40B4-BE49-F238E27FC236}">
                <a16:creationId xmlns:a16="http://schemas.microsoft.com/office/drawing/2014/main" id="{6DB98FAB-F164-4963-9E1D-080E241BA901}"/>
              </a:ext>
            </a:extLst>
          </p:cNvPr>
          <p:cNvSpPr/>
          <p:nvPr/>
        </p:nvSpPr>
        <p:spPr>
          <a:xfrm>
            <a:off x="5202767" y="1778000"/>
            <a:ext cx="1981200" cy="1405466"/>
          </a:xfrm>
          <a:prstGeom prst="cloudCallou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07473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371397-0514-4169-997E-9AEDEA5BB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3" y="3396980"/>
            <a:ext cx="1540933" cy="39607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very small</a:t>
            </a:r>
            <a:endParaRPr lang="en-DE" sz="2000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7A09864-E812-41C7-B963-0289C7C8E6E9}"/>
              </a:ext>
            </a:extLst>
          </p:cNvPr>
          <p:cNvCxnSpPr/>
          <p:nvPr/>
        </p:nvCxnSpPr>
        <p:spPr>
          <a:xfrm>
            <a:off x="1964266" y="3572933"/>
            <a:ext cx="8263467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59FD265-EC3D-48AB-8E5E-E4A9ED8F4BA9}"/>
              </a:ext>
            </a:extLst>
          </p:cNvPr>
          <p:cNvSpPr txBox="1">
            <a:spLocks/>
          </p:cNvSpPr>
          <p:nvPr/>
        </p:nvSpPr>
        <p:spPr>
          <a:xfrm>
            <a:off x="10126133" y="3374893"/>
            <a:ext cx="1397000" cy="396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/>
              <a:t>very large</a:t>
            </a:r>
            <a:endParaRPr lang="en-DE" sz="20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FE913D7-852A-4D4A-8012-99C5B0ED8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606" y="2261980"/>
            <a:ext cx="1508986" cy="150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41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37FF9BE8-E78E-4ADC-8610-5B4E307B8B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810127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1911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6980509E-5AF0-418F-A676-8F60C5B251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28904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0679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A85AA6D5-DACF-490D-BB6D-FD910D6B60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430879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4788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83</Words>
  <Application>Microsoft Office PowerPoint</Application>
  <PresentationFormat>Breitbild</PresentationFormat>
  <Paragraphs>25</Paragraphs>
  <Slides>6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Sarah von Grebmer</dc:creator>
  <cp:lastModifiedBy>Sarah von Grebmer</cp:lastModifiedBy>
  <cp:revision>12</cp:revision>
  <dcterms:created xsi:type="dcterms:W3CDTF">2025-05-14T12:27:38Z</dcterms:created>
  <dcterms:modified xsi:type="dcterms:W3CDTF">2025-05-15T09:39:31Z</dcterms:modified>
</cp:coreProperties>
</file>