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notesMaster" Target="notesMasters/notesMaster1.xml" /><Relationship Id="rId55" Type="http://schemas.openxmlformats.org/officeDocument/2006/relationships/viewProps" Target="viewProps.xml" /><Relationship Id="rId5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7" Type="http://schemas.openxmlformats.org/officeDocument/2006/relationships/tableStyles" Target="tableStyles.xml" /><Relationship Id="rId56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3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Instructor Notes</a:t>
            </a:r>
            <a:r>
              <a:rPr/>
              <a:t>: 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Acessibility Tips</a:t>
            </a:r>
            <a:r>
              <a:rPr/>
              <a:t>: where applicable, this is a space to add any tips you may have to facilitate the accessibility of your slides and activities.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creativecommons.org/licenses/by/4.0/deed.en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PMM Template Slides: Title of submodule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Author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22/03/2026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Contribution statement and licence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Creator</a:t>
            </a:r>
            <a:r>
              <a:rPr/>
              <a:t>: Name, first name, (orcid)</a:t>
            </a:r>
          </a:p>
          <a:p>
            <a:pPr lvl="0" indent="0" marL="0">
              <a:buNone/>
            </a:pPr>
            <a:r>
              <a:rPr b="1"/>
              <a:t>Reviewer</a:t>
            </a:r>
            <a:r>
              <a:rPr/>
              <a:t>: Name, first name, (orcid)</a:t>
            </a:r>
          </a:p>
          <a:p>
            <a:pPr lvl="0" indent="0" marL="0">
              <a:buNone/>
            </a:pPr>
            <a:r>
              <a:rPr b="1"/>
              <a:t>Acknowledgments</a:t>
            </a:r>
            <a:r>
              <a:rPr/>
              <a:t>: Name, first name, (orcid)</a:t>
            </a:r>
          </a:p>
          <a:p>
            <a:pPr lvl="0" indent="0" marL="0">
              <a:buNone/>
            </a:pPr>
            <a:r>
              <a:rPr/>
              <a:t> </a:t>
            </a:r>
          </a:p>
          <a:p>
            <a:pPr lvl="0" indent="0" marL="0">
              <a:buNone/>
            </a:pPr>
            <a:r>
              <a:rPr/>
              <a:t>This work by XXXX XXXX, Sara Lil Middleton and Sarah von Grebmer zu Wolfsthurn is licensed under a CC-BY 4.0 </a:t>
            </a:r>
            <a:r>
              <a:rPr>
                <a:hlinkClick r:id="rId3"/>
              </a:rPr>
              <a:t>Creative Commons Attribution 4.0 International License</a:t>
            </a:r>
            <a:r>
              <a:rPr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 - table format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 - bullet points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  <a:p>
            <a:pPr lvl="0"/>
            <a:r>
              <a:rPr b="1"/>
              <a:t>Aim</a:t>
            </a:r>
            <a:r>
              <a:rPr/>
              <a:t>: Outline any essential prerequisites (software, tools, other submodules etc.) here in bullet point format.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PMM-template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 indent="0" marL="0">
              <a:buNone/>
            </a:pPr>
            <a:r>
              <a:rPr b="1"/>
              <a:t>Name main content creator</a:t>
            </a:r>
            <a:r>
              <a:rPr/>
              <a:t>: Conceptualization, Software, Writing - Original Draft, Visualization. </a:t>
            </a:r>
            <a:r>
              <a:rPr b="1"/>
              <a:t>Sara Lil Middleton</a:t>
            </a:r>
            <a:r>
              <a:rPr/>
              <a:t>: Writing - Review &amp; Editing, Supervision. </a:t>
            </a:r>
            <a:r>
              <a:rPr b="1"/>
              <a:t>Sarah von Grebmer zu Wolfsthurn</a:t>
            </a:r>
            <a:r>
              <a:rPr/>
              <a:t>: Conceptualisation, Writing - Review &amp; Editing, Supervision, Project Administration, Validation.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PMM Template Slides: Title of submodule</dc:title>
  <dc:creator>Author</dc:creator>
  <cp:keywords/>
  <dcterms:created xsi:type="dcterms:W3CDTF">2026-03-22T23:31:00Z</dcterms:created>
  <dcterms:modified xsi:type="dcterms:W3CDTF">2026-03-22T23:31:00Z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22/03/2026</vt:lpwstr>
  </property>
  <property fmtid="{D5CDD505-2E9C-101B-9397-08002B2CF9AE}" pid="6" name="date-format">
    <vt:lpwstr>DD/MM/YYYY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toc-title">
    <vt:lpwstr>Table of contents</vt:lpwstr>
  </property>
</Properties>
</file>