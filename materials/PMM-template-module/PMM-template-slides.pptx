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notesMaster" Target="notesMasters/notesMaster1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Instructor Notes</a:t>
            </a:r>
            <a:r>
              <a:rPr/>
              <a:t>: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Acessibility Tips</a:t>
            </a:r>
            <a:r>
              <a:rPr/>
              <a:t>: where applicable, this is a space to add any tips you may have to facilitate the accessibility of your slides and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Speaker Notes</a:t>
            </a:r>
            <a:r>
              <a:rPr/>
              <a:t>: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PMM 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14/08/2026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Contribution statement and licence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Creator</a:t>
            </a:r>
            <a:r>
              <a:rPr/>
              <a:t>: Name, first name, (orcid)</a:t>
            </a:r>
          </a:p>
          <a:p>
            <a:pPr lvl="0" indent="0" marL="0">
              <a:buNone/>
            </a:pPr>
            <a:r>
              <a:rPr b="1"/>
              <a:t>Reviewer</a:t>
            </a:r>
            <a:r>
              <a:rPr/>
              <a:t>: Name, first name, (orcid)</a:t>
            </a:r>
          </a:p>
          <a:p>
            <a:pPr lvl="0" indent="0" marL="0">
              <a:buNone/>
            </a:pPr>
            <a:r>
              <a:rPr b="1"/>
              <a:t>Acknowledgments</a:t>
            </a:r>
            <a:r>
              <a:rPr/>
              <a:t>: Name, first name, (orcid)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XXXX XXXX,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 - table format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 - bullet points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  <a:p>
            <a:pPr lvl="0"/>
            <a:r>
              <a:rPr b="1"/>
              <a:t>Aim</a:t>
            </a:r>
            <a:r>
              <a:rPr/>
              <a:t>: Outline any essential prerequisites (software, tools, other submodules etc.) here in bullet point format.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PMM-template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PMM Template Slides: Title of submodule</dc:title>
  <dc:creator>Author</dc:creator>
  <cp:keywords/>
  <dcterms:created xsi:type="dcterms:W3CDTF">2026-08-14T15:43:58Z</dcterms:created>
  <dcterms:modified xsi:type="dcterms:W3CDTF">2026-08-14T15:43:58Z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14/08/2026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