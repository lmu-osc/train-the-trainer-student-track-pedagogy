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Lasswell Communication Model (1948)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6382" y="3354512"/>
            <a:ext cx="1280160" cy="73152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dirty="0"/>
              <a:t>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70254" y="3354512"/>
            <a:ext cx="1280160" cy="73152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says what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395934" y="2145244"/>
            <a:ext cx="1828800" cy="731520"/>
          </a:xfrm>
          <a:prstGeom prst="roundRect">
            <a:avLst/>
          </a:prstGeom>
          <a:gradFill>
            <a:gsLst>
              <a:gs pos="50000">
                <a:schemeClr val="accent2">
                  <a:lumMod val="75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through which channel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614126" y="3354512"/>
            <a:ext cx="1280160" cy="73152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dirty="0"/>
              <a:t>o </a:t>
            </a:r>
            <a:r>
              <a:rPr lang="en-US" dirty="0"/>
              <a:t>w</a:t>
            </a:r>
            <a:r>
              <a:rPr dirty="0"/>
              <a:t>hom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4126" y="2145244"/>
            <a:ext cx="1280160" cy="731520"/>
          </a:xfrm>
          <a:prstGeom prst="roundRect">
            <a:avLst/>
          </a:prstGeom>
          <a:gradFill>
            <a:gsLst>
              <a:gs pos="50000">
                <a:schemeClr val="accent2">
                  <a:lumMod val="75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with what effect</a:t>
            </a:r>
            <a:endParaRPr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95A4737-977D-4DA4-A0B5-03083D5CBF2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006542" y="3720272"/>
            <a:ext cx="663712" cy="0"/>
          </a:xfrm>
          <a:prstGeom prst="straightConnector1">
            <a:avLst/>
          </a:prstGeom>
          <a:ln w="603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5A909C1-D797-461E-BC79-48FFD0381E20}"/>
              </a:ext>
            </a:extLst>
          </p:cNvPr>
          <p:cNvCxnSpPr/>
          <p:nvPr/>
        </p:nvCxnSpPr>
        <p:spPr>
          <a:xfrm>
            <a:off x="3950414" y="3720272"/>
            <a:ext cx="663712" cy="0"/>
          </a:xfrm>
          <a:prstGeom prst="straightConnector1">
            <a:avLst/>
          </a:prstGeom>
          <a:ln w="603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C538F2C7-51B8-4852-AD00-2808A6A54864}"/>
              </a:ext>
            </a:extLst>
          </p:cNvPr>
          <p:cNvSpPr/>
          <p:nvPr/>
        </p:nvSpPr>
        <p:spPr>
          <a:xfrm rot="16200000">
            <a:off x="3167693" y="2549890"/>
            <a:ext cx="297269" cy="1256189"/>
          </a:xfrm>
          <a:prstGeom prst="rightBrace">
            <a:avLst>
              <a:gd name="adj1" fmla="val 8333"/>
              <a:gd name="adj2" fmla="val 49853"/>
            </a:avLst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Geschweifte Klammer rechts 17">
            <a:extLst>
              <a:ext uri="{FF2B5EF4-FFF2-40B4-BE49-F238E27FC236}">
                <a16:creationId xmlns:a16="http://schemas.microsoft.com/office/drawing/2014/main" id="{66283976-593F-4E4F-BD31-563B64F7BE57}"/>
              </a:ext>
            </a:extLst>
          </p:cNvPr>
          <p:cNvSpPr/>
          <p:nvPr/>
        </p:nvSpPr>
        <p:spPr>
          <a:xfrm rot="16200000">
            <a:off x="5097518" y="2548180"/>
            <a:ext cx="297269" cy="1256189"/>
          </a:xfrm>
          <a:prstGeom prst="rightBrace">
            <a:avLst>
              <a:gd name="adj1" fmla="val 8333"/>
              <a:gd name="adj2" fmla="val 49853"/>
            </a:avLst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Bildschirmpräsentation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Sarah von Grebmer</dc:creator>
  <cp:keywords/>
  <dc:description>generated using python-pptx</dc:description>
  <cp:lastModifiedBy>Sarah von Grebmer</cp:lastModifiedBy>
  <cp:revision>2</cp:revision>
  <dcterms:created xsi:type="dcterms:W3CDTF">2013-01-27T09:14:16Z</dcterms:created>
  <dcterms:modified xsi:type="dcterms:W3CDTF">2026-06-05T16:39:01Z</dcterms:modified>
  <cp:category/>
</cp:coreProperties>
</file>